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0" r:id="rId1"/>
    <p:sldMasterId id="2147483693" r:id="rId2"/>
    <p:sldMasterId id="2147483707" r:id="rId3"/>
  </p:sldMasterIdLst>
  <p:notesMasterIdLst>
    <p:notesMasterId r:id="rId70"/>
  </p:notesMasterIdLst>
  <p:sldIdLst>
    <p:sldId id="256" r:id="rId4"/>
    <p:sldId id="257" r:id="rId5"/>
    <p:sldId id="263" r:id="rId6"/>
    <p:sldId id="265" r:id="rId7"/>
    <p:sldId id="266" r:id="rId8"/>
    <p:sldId id="267" r:id="rId9"/>
    <p:sldId id="268" r:id="rId10"/>
    <p:sldId id="271" r:id="rId11"/>
    <p:sldId id="272" r:id="rId12"/>
    <p:sldId id="276"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 id="335" r:id="rId62"/>
    <p:sldId id="336" r:id="rId63"/>
    <p:sldId id="340" r:id="rId64"/>
    <p:sldId id="341" r:id="rId65"/>
    <p:sldId id="342" r:id="rId66"/>
    <p:sldId id="344" r:id="rId67"/>
    <p:sldId id="347" r:id="rId68"/>
    <p:sldId id="349" r:id="rId69"/>
  </p:sldIdLst>
  <p:sldSz cx="12192000" cy="6858000"/>
  <p:notesSz cx="6858000" cy="12192000"/>
  <p:embeddedFontLst>
    <p:embeddedFont>
      <p:font typeface="Consolas" panose="020B0609020204030204" pitchFamily="49" charset="0"/>
      <p:regular r:id="rId71"/>
      <p:bold r:id="rId72"/>
      <p:italic r:id="rId73"/>
      <p:boldItalic r:id="rId74"/>
    </p:embeddedFont>
    <p:embeddedFont>
      <p:font typeface="Lexend Medium" panose="020B0604020202020204" charset="0"/>
      <p:regular r:id="rId75"/>
    </p:embeddedFont>
    <p:embeddedFont>
      <p:font typeface="Martian Mono Bold" panose="020B0604020202020204" charset="0"/>
      <p:regular r:id="rId76"/>
    </p:embeddedFont>
    <p:embeddedFont>
      <p:font typeface="Merriweather" panose="00000500000000000000" pitchFamily="2" charset="0"/>
      <p:regular r:id="rId77"/>
      <p:bold r:id="rId78"/>
      <p:italic r:id="rId79"/>
      <p:boldItalic r:id="rId80"/>
    </p:embeddedFont>
    <p:embeddedFont>
      <p:font typeface="Merriweather Bold" panose="00000800000000000000" charset="0"/>
      <p:regular r:id="rId81"/>
    </p:embeddedFont>
    <p:embeddedFont>
      <p:font typeface="Merriweather SemiBold" panose="020B0604020202020204" charset="0"/>
      <p:regular r:id="rId82"/>
    </p:embeddedFont>
    <p:embeddedFont>
      <p:font typeface="Segoe UI" panose="020B0502040204020203" pitchFamily="34" charset="0"/>
      <p:regular r:id="rId83"/>
      <p:bold r:id="rId84"/>
      <p:italic r:id="rId85"/>
      <p:boldItalic r:id="rId86"/>
    </p:embeddedFont>
    <p:embeddedFont>
      <p:font typeface="Source Sans 3" panose="020B0604020202020204" charset="0"/>
      <p:regular r:id="rId87"/>
    </p:embeddedFont>
    <p:embeddedFont>
      <p:font typeface="Times" panose="02020603050405020304" pitchFamily="18" charset="0"/>
      <p:regular r:id="rId88"/>
      <p:bold r:id="rId89"/>
      <p:italic r:id="rId90"/>
      <p:boldItalic r:id="rId91"/>
    </p:embeddedFont>
    <p:embeddedFont>
      <p:font typeface="Wingdings 3" panose="05040102010807070707" pitchFamily="18" charset="2"/>
      <p:regular r:id="rId92"/>
    </p:embeddedFont>
  </p:embeddedFont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Arial Unicode MS" panose="020B060402020202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rial Unicode MS" panose="020B060402020202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rial Unicode MS" panose="020B060402020202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rial Unicode MS" panose="020B060402020202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rial Unicode MS" panose="020B060402020202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Arial Unicode MS" panose="020B060402020202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Arial Unicode MS" panose="020B060402020202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Arial Unicode MS" panose="020B060402020202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Arial Unicode MS" panose="020B0604020202020204" pitchFamily="34"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14.fntdata"/><Relationship Id="rId89" Type="http://schemas.openxmlformats.org/officeDocument/2006/relationships/font" Target="fonts/font19.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2.xml"/><Relationship Id="rId90" Type="http://schemas.openxmlformats.org/officeDocument/2006/relationships/font" Target="fonts/font20.fntdata"/><Relationship Id="rId95" Type="http://schemas.openxmlformats.org/officeDocument/2006/relationships/theme" Target="theme/theme1.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font" Target="fonts/font15.fntdata"/><Relationship Id="rId9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88" Type="http://schemas.openxmlformats.org/officeDocument/2006/relationships/font" Target="fonts/font18.fntdata"/><Relationship Id="rId91" Type="http://schemas.openxmlformats.org/officeDocument/2006/relationships/font" Target="fonts/font21.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font" Target="fonts/font16.fntdata"/><Relationship Id="rId9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6.fntdata"/><Relationship Id="rId7" Type="http://schemas.openxmlformats.org/officeDocument/2006/relationships/slide" Target="slides/slide4.xml"/><Relationship Id="rId71" Type="http://schemas.openxmlformats.org/officeDocument/2006/relationships/font" Target="fonts/font1.fntdata"/><Relationship Id="rId92" Type="http://schemas.openxmlformats.org/officeDocument/2006/relationships/font" Target="fonts/font22.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17.fntdata"/><Relationship Id="rId61" Type="http://schemas.openxmlformats.org/officeDocument/2006/relationships/slide" Target="slides/slide58.xml"/><Relationship Id="rId82" Type="http://schemas.openxmlformats.org/officeDocument/2006/relationships/font" Target="fonts/font12.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396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jpeg"/><Relationship Id="rId7"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1.png"/><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6.xml"/><Relationship Id="rId6" Type="http://schemas.openxmlformats.org/officeDocument/2006/relationships/image" Target="../media/image1.png"/><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jpeg"/><Relationship Id="rId7"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9.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10.xml"/><Relationship Id="rId6" Type="http://schemas.openxmlformats.org/officeDocument/2006/relationships/image" Target="../media/image1.png"/><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1.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26.png"/></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_opt1">
    <p:bg>
      <p:bgPr>
        <a:solidFill>
          <a:schemeClr val="bg1"/>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C6D726DD-70B8-575D-F4C6-2C54D294CA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5438" y="338138"/>
            <a:ext cx="11590337" cy="555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7" hidden="1">
            <a:extLst>
              <a:ext uri="{FF2B5EF4-FFF2-40B4-BE49-F238E27FC236}">
                <a16:creationId xmlns:a16="http://schemas.microsoft.com/office/drawing/2014/main" id="{ABBB742F-96AD-063A-7860-A60CC137CB2F}"/>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7" hidden="1">
                        <a:extLst>
                          <a:ext uri="{FF2B5EF4-FFF2-40B4-BE49-F238E27FC236}">
                            <a16:creationId xmlns:a16="http://schemas.microsoft.com/office/drawing/2014/main" id="{ABBB742F-96AD-063A-7860-A60CC137CB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9D5313D4-AD01-0EF5-1442-1D4592D09B90}"/>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040C5688-224E-CF82-C1A3-B9E7CD540EF4}"/>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6" name="Rectangle 5">
            <a:extLst>
              <a:ext uri="{FF2B5EF4-FFF2-40B4-BE49-F238E27FC236}">
                <a16:creationId xmlns:a16="http://schemas.microsoft.com/office/drawing/2014/main" id="{A98D350E-8E02-512C-F3BF-8DCC6D545688}"/>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7" name="TextBox 6">
            <a:extLst>
              <a:ext uri="{FF2B5EF4-FFF2-40B4-BE49-F238E27FC236}">
                <a16:creationId xmlns:a16="http://schemas.microsoft.com/office/drawing/2014/main" id="{F62A01B6-E2AE-0322-D78C-745FF4EB7774}"/>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8" name="Picture 13" descr="Ridge-Bottom.png">
            <a:extLst>
              <a:ext uri="{FF2B5EF4-FFF2-40B4-BE49-F238E27FC236}">
                <a16:creationId xmlns:a16="http://schemas.microsoft.com/office/drawing/2014/main" id="{6E0659A9-FBD2-BDF9-1C07-4A735BE3C09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4" descr="Comviva-O.png">
            <a:extLst>
              <a:ext uri="{FF2B5EF4-FFF2-40B4-BE49-F238E27FC236}">
                <a16:creationId xmlns:a16="http://schemas.microsoft.com/office/drawing/2014/main" id="{031D911D-6968-3AE9-9ACD-EA3E825593E6}"/>
              </a:ext>
            </a:extLst>
          </p:cNvPr>
          <p:cNvPicPr>
            <a:picLocks noChangeAspect="1"/>
          </p:cNvPicPr>
          <p:nvPr/>
        </p:nvPicPr>
        <p:blipFill>
          <a:blip r:embed="rId7">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6" descr="Comviva-Logo.png">
            <a:extLst>
              <a:ext uri="{FF2B5EF4-FFF2-40B4-BE49-F238E27FC236}">
                <a16:creationId xmlns:a16="http://schemas.microsoft.com/office/drawing/2014/main" id="{1026E467-7D48-6FD2-4F7A-0ABEEBE687C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156575" y="4606925"/>
            <a:ext cx="31940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4871358"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0" name="Rectangle 223"/>
          <p:cNvSpPr>
            <a:spLocks noGrp="1" noChangeArrowheads="1"/>
          </p:cNvSpPr>
          <p:nvPr>
            <p:ph type="subTitle" idx="1"/>
          </p:nvPr>
        </p:nvSpPr>
        <p:spPr bwMode="auto">
          <a:xfrm>
            <a:off x="4879998" y="4205249"/>
            <a:ext cx="3320996" cy="233141"/>
          </a:xfrm>
          <a:prstGeom prst="rect">
            <a:avLst/>
          </a:prstGeom>
          <a:ln/>
        </p:spPr>
        <p:txBody>
          <a:bodyPr wrap="square" bIns="0" anchor="t" anchorCtr="0">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2033017253"/>
      </p:ext>
    </p:extLst>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_opt2">
    <p:bg>
      <p:bgPr>
        <a:solidFill>
          <a:schemeClr val="bg1"/>
        </a:solidFill>
        <a:effectLst/>
      </p:bgPr>
    </p:bg>
    <p:spTree>
      <p:nvGrpSpPr>
        <p:cNvPr id="1" name=""/>
        <p:cNvGrpSpPr/>
        <p:nvPr/>
      </p:nvGrpSpPr>
      <p:grpSpPr>
        <a:xfrm>
          <a:off x="0" y="0"/>
          <a:ext cx="0" cy="0"/>
          <a:chOff x="0" y="0"/>
          <a:chExt cx="0" cy="0"/>
        </a:xfrm>
      </p:grpSpPr>
      <p:pic>
        <p:nvPicPr>
          <p:cNvPr id="2" name="Picture 6" descr="aerial-business-computer-1011329.jpg">
            <a:extLst>
              <a:ext uri="{FF2B5EF4-FFF2-40B4-BE49-F238E27FC236}">
                <a16:creationId xmlns:a16="http://schemas.microsoft.com/office/drawing/2014/main" id="{E9DE866B-5795-4E26-145C-4204461031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0200" y="360363"/>
            <a:ext cx="11655425"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7" hidden="1">
            <a:extLst>
              <a:ext uri="{FF2B5EF4-FFF2-40B4-BE49-F238E27FC236}">
                <a16:creationId xmlns:a16="http://schemas.microsoft.com/office/drawing/2014/main" id="{752DE52C-B2E8-D12D-ED45-A5E482EC5FB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7" hidden="1">
                        <a:extLst>
                          <a:ext uri="{FF2B5EF4-FFF2-40B4-BE49-F238E27FC236}">
                            <a16:creationId xmlns:a16="http://schemas.microsoft.com/office/drawing/2014/main" id="{752DE52C-B2E8-D12D-ED45-A5E482EC5F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1CEE679B-193F-ECFA-39F8-EA43F7ADE39D}"/>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F11485B7-5898-E590-5755-049F7965EEE5}"/>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6" name="Rectangle 5">
            <a:extLst>
              <a:ext uri="{FF2B5EF4-FFF2-40B4-BE49-F238E27FC236}">
                <a16:creationId xmlns:a16="http://schemas.microsoft.com/office/drawing/2014/main" id="{9C703FB4-5197-D692-C15C-44DE1AFB2917}"/>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7" name="TextBox 6">
            <a:extLst>
              <a:ext uri="{FF2B5EF4-FFF2-40B4-BE49-F238E27FC236}">
                <a16:creationId xmlns:a16="http://schemas.microsoft.com/office/drawing/2014/main" id="{E6AEA1D7-3577-7D7A-EDD4-CA76872A0040}"/>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8" name="Picture 13" descr="Ridge-Bottom.png">
            <a:extLst>
              <a:ext uri="{FF2B5EF4-FFF2-40B4-BE49-F238E27FC236}">
                <a16:creationId xmlns:a16="http://schemas.microsoft.com/office/drawing/2014/main" id="{03E17407-1A50-2D27-B527-F03F730A224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Comviva-O.png">
            <a:extLst>
              <a:ext uri="{FF2B5EF4-FFF2-40B4-BE49-F238E27FC236}">
                <a16:creationId xmlns:a16="http://schemas.microsoft.com/office/drawing/2014/main" id="{B50AB7B0-7C88-EE2F-AF3D-AA12FB469002}"/>
              </a:ext>
            </a:extLst>
          </p:cNvPr>
          <p:cNvPicPr>
            <a:picLocks noChangeAspect="1"/>
          </p:cNvPicPr>
          <p:nvPr/>
        </p:nvPicPr>
        <p:blipFill rotWithShape="1">
          <a:blip r:embed="rId7" cstate="email">
            <a:duotone>
              <a:prstClr val="black"/>
              <a:schemeClr val="accent3">
                <a:tint val="45000"/>
                <a:satMod val="400000"/>
              </a:schemeClr>
            </a:duotone>
            <a:alphaModFix/>
          </a:blip>
          <a:srcRect l="2524" r="56629" b="14366"/>
          <a:stretch/>
        </p:blipFill>
        <p:spPr>
          <a:xfrm>
            <a:off x="307879" y="-7697"/>
            <a:ext cx="4979940" cy="5872788"/>
          </a:xfrm>
          <a:prstGeom prst="rect">
            <a:avLst/>
          </a:prstGeom>
        </p:spPr>
      </p:pic>
      <p:pic>
        <p:nvPicPr>
          <p:cNvPr id="10" name="Picture 16" descr="Comviva-Logo.png">
            <a:extLst>
              <a:ext uri="{FF2B5EF4-FFF2-40B4-BE49-F238E27FC236}">
                <a16:creationId xmlns:a16="http://schemas.microsoft.com/office/drawing/2014/main" id="{1AD87926-177F-0595-BF81-A5E025ACB9C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156575" y="4606925"/>
            <a:ext cx="31940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4871358"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0" name="Rectangle 223"/>
          <p:cNvSpPr>
            <a:spLocks noGrp="1" noChangeArrowheads="1"/>
          </p:cNvSpPr>
          <p:nvPr>
            <p:ph type="subTitle" idx="1"/>
          </p:nvPr>
        </p:nvSpPr>
        <p:spPr bwMode="auto">
          <a:xfrm>
            <a:off x="4879998" y="4205249"/>
            <a:ext cx="3320996" cy="233141"/>
          </a:xfrm>
          <a:prstGeom prst="rect">
            <a:avLst/>
          </a:prstGeom>
          <a:ln/>
        </p:spPr>
        <p:txBody>
          <a:bodyPr wrap="square" bIns="0" anchor="t" anchorCtr="0">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3116321248"/>
      </p:ext>
    </p:extLst>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_opt3">
    <p:bg>
      <p:bgPr>
        <a:solidFill>
          <a:schemeClr val="bg1"/>
        </a:solidFill>
        <a:effectLst/>
      </p:bgPr>
    </p:bg>
    <p:spTree>
      <p:nvGrpSpPr>
        <p:cNvPr id="1" name=""/>
        <p:cNvGrpSpPr/>
        <p:nvPr/>
      </p:nvGrpSpPr>
      <p:grpSpPr>
        <a:xfrm>
          <a:off x="0" y="0"/>
          <a:ext cx="0" cy="0"/>
          <a:chOff x="0" y="0"/>
          <a:chExt cx="0" cy="0"/>
        </a:xfrm>
      </p:grpSpPr>
      <p:pic>
        <p:nvPicPr>
          <p:cNvPr id="2" name="Picture 1" descr="323518-P9MHS8-840.jpg">
            <a:extLst>
              <a:ext uri="{FF2B5EF4-FFF2-40B4-BE49-F238E27FC236}">
                <a16:creationId xmlns:a16="http://schemas.microsoft.com/office/drawing/2014/main" id="{DB29A5D7-DCF0-6AD4-F1E5-9B3A02B1B1F0}"/>
              </a:ext>
            </a:extLst>
          </p:cNvPr>
          <p:cNvPicPr>
            <a:picLocks noChangeAspect="1"/>
          </p:cNvPicPr>
          <p:nvPr/>
        </p:nvPicPr>
        <p:blipFill rotWithShape="1">
          <a:blip r:embed="rId3" cstate="email">
            <a:duotone>
              <a:schemeClr val="accent3">
                <a:shade val="45000"/>
                <a:satMod val="135000"/>
              </a:schemeClr>
              <a:prstClr val="white"/>
            </a:duotone>
          </a:blip>
          <a:srcRect/>
          <a:stretch/>
        </p:blipFill>
        <p:spPr>
          <a:xfrm>
            <a:off x="299839" y="299900"/>
            <a:ext cx="11574547" cy="5556964"/>
          </a:xfrm>
          <a:prstGeom prst="rect">
            <a:avLst/>
          </a:prstGeom>
        </p:spPr>
      </p:pic>
      <p:graphicFrame>
        <p:nvGraphicFramePr>
          <p:cNvPr id="3" name="Object 7" hidden="1">
            <a:extLst>
              <a:ext uri="{FF2B5EF4-FFF2-40B4-BE49-F238E27FC236}">
                <a16:creationId xmlns:a16="http://schemas.microsoft.com/office/drawing/2014/main" id="{3663CFF1-1DF3-E504-BA3F-737BA082BD3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7" hidden="1">
                        <a:extLst>
                          <a:ext uri="{FF2B5EF4-FFF2-40B4-BE49-F238E27FC236}">
                            <a16:creationId xmlns:a16="http://schemas.microsoft.com/office/drawing/2014/main" id="{3663CFF1-1DF3-E504-BA3F-737BA082BD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00E87741-2A93-E369-0E72-9B6C13D476CB}"/>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4">
            <a:extLst>
              <a:ext uri="{FF2B5EF4-FFF2-40B4-BE49-F238E27FC236}">
                <a16:creationId xmlns:a16="http://schemas.microsoft.com/office/drawing/2014/main" id="{F9DC41BF-94D9-9D25-B603-0554EF41D66F}"/>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6" name="Rectangle 5">
            <a:extLst>
              <a:ext uri="{FF2B5EF4-FFF2-40B4-BE49-F238E27FC236}">
                <a16:creationId xmlns:a16="http://schemas.microsoft.com/office/drawing/2014/main" id="{0BB7C386-3452-B6C2-B688-65604B9708A8}"/>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7" name="Picture 12" descr="Comviva-O.png">
            <a:extLst>
              <a:ext uri="{FF2B5EF4-FFF2-40B4-BE49-F238E27FC236}">
                <a16:creationId xmlns:a16="http://schemas.microsoft.com/office/drawing/2014/main" id="{4EE0B115-D050-A397-6BEE-B376D05E2121}"/>
              </a:ext>
            </a:extLst>
          </p:cNvPr>
          <p:cNvPicPr>
            <a:picLocks noChangeAspect="1"/>
          </p:cNvPicPr>
          <p:nvPr/>
        </p:nvPicPr>
        <p:blipFill>
          <a:blip r:embed="rId6">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Orb.png">
            <a:extLst>
              <a:ext uri="{FF2B5EF4-FFF2-40B4-BE49-F238E27FC236}">
                <a16:creationId xmlns:a16="http://schemas.microsoft.com/office/drawing/2014/main" id="{B4987D3C-933A-1074-79AE-9A8CEF2C5FE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12">
            <a:extLst>
              <a:ext uri="{FF2B5EF4-FFF2-40B4-BE49-F238E27FC236}">
                <a16:creationId xmlns:a16="http://schemas.microsoft.com/office/drawing/2014/main" id="{52811884-3599-6B5D-32D9-C95F116E8B32}"/>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471A03B0-43A7-4EE0-BFEF-930659FB9547}"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sp>
        <p:nvSpPr>
          <p:cNvPr id="18" name="Rectangle 122"/>
          <p:cNvSpPr>
            <a:spLocks noGrp="1" noChangeArrowheads="1"/>
          </p:cNvSpPr>
          <p:nvPr>
            <p:ph type="ctrTitle"/>
          </p:nvPr>
        </p:nvSpPr>
        <p:spPr bwMode="auto">
          <a:xfrm>
            <a:off x="4871358"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1" name="Rectangle 223"/>
          <p:cNvSpPr>
            <a:spLocks noGrp="1" noChangeArrowheads="1"/>
          </p:cNvSpPr>
          <p:nvPr>
            <p:ph type="subTitle" idx="1"/>
          </p:nvPr>
        </p:nvSpPr>
        <p:spPr bwMode="auto">
          <a:xfrm>
            <a:off x="4879998" y="4205249"/>
            <a:ext cx="3320996" cy="233141"/>
          </a:xfrm>
          <a:prstGeom prst="rect">
            <a:avLst/>
          </a:prstGeom>
          <a:ln/>
        </p:spPr>
        <p:txBody>
          <a:bodyPr wrap="square" bIns="0" anchor="t" anchorCtr="0">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1945857160"/>
      </p:ext>
    </p:extLst>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Agenda Slide_opt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BC54C4-FF7B-3051-B8F1-3F1B53901A7F}"/>
              </a:ext>
            </a:extLst>
          </p:cNvPr>
          <p:cNvSpPr/>
          <p:nvPr/>
        </p:nvSpPr>
        <p:spPr bwMode="auto">
          <a:xfrm>
            <a:off x="0" y="0"/>
            <a:ext cx="12192000" cy="6858000"/>
          </a:xfrm>
          <a:prstGeom prst="rect">
            <a:avLst/>
          </a:prstGeom>
          <a:solidFill>
            <a:schemeClr val="tx1">
              <a:lumMod val="75000"/>
              <a:lumOff val="25000"/>
            </a:schemeClr>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371A61D7-46A3-A299-B0CD-CC5B6C8F7737}"/>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5485CBA2-08E9-CD64-1B22-03881EFE9114}"/>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pic>
        <p:nvPicPr>
          <p:cNvPr id="5" name="Picture 10" descr="Comviva-O.png">
            <a:extLst>
              <a:ext uri="{FF2B5EF4-FFF2-40B4-BE49-F238E27FC236}">
                <a16:creationId xmlns:a16="http://schemas.microsoft.com/office/drawing/2014/main" id="{12112861-9690-0742-0DA2-7A389C52E862}"/>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C4C86EB-08D1-8B94-5E6F-198FAB6515FE}"/>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7" name="Slide Number Placeholder 12">
            <a:extLst>
              <a:ext uri="{FF2B5EF4-FFF2-40B4-BE49-F238E27FC236}">
                <a16:creationId xmlns:a16="http://schemas.microsoft.com/office/drawing/2014/main" id="{4966FBD1-0715-CBEC-EA39-64ECA237D83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485E9F16-EEC2-4027-B3EE-C768A211040C}"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EF6A4E0C-CE2B-1F72-8C27-810599BF87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122"/>
          <p:cNvSpPr>
            <a:spLocks noGrp="1" noChangeArrowheads="1"/>
          </p:cNvSpPr>
          <p:nvPr>
            <p:ph type="ctrTitle"/>
          </p:nvPr>
        </p:nvSpPr>
        <p:spPr bwMode="auto">
          <a:xfrm>
            <a:off x="4871358" y="819663"/>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5" name="Text Placeholder 6"/>
          <p:cNvSpPr>
            <a:spLocks noGrp="1"/>
          </p:cNvSpPr>
          <p:nvPr>
            <p:ph type="body" sz="quarter" idx="10"/>
          </p:nvPr>
        </p:nvSpPr>
        <p:spPr bwMode="gray">
          <a:xfrm>
            <a:off x="4895297" y="1399538"/>
            <a:ext cx="6017393" cy="3014240"/>
          </a:xfrm>
          <a:prstGeom prst="rect">
            <a:avLst/>
          </a:prstGeo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880112"/>
      </p:ext>
    </p:extLst>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_Agenda Slide_opt1">
    <p:bg>
      <p:bgPr>
        <a:solidFill>
          <a:schemeClr val="bg1"/>
        </a:solidFill>
        <a:effectLst/>
      </p:bgPr>
    </p:bg>
    <p:spTree>
      <p:nvGrpSpPr>
        <p:cNvPr id="1" name=""/>
        <p:cNvGrpSpPr/>
        <p:nvPr/>
      </p:nvGrpSpPr>
      <p:grpSpPr>
        <a:xfrm>
          <a:off x="0" y="0"/>
          <a:ext cx="0" cy="0"/>
          <a:chOff x="0" y="0"/>
          <a:chExt cx="0" cy="0"/>
        </a:xfrm>
      </p:grpSpPr>
      <p:pic>
        <p:nvPicPr>
          <p:cNvPr id="2" name="Picture 2" descr="C:\Mohit MFS\Collaterals\MFS product overview ppt\WIP 2017 New Deck\Images\shutterstock_373713040.jpg">
            <a:extLst>
              <a:ext uri="{FF2B5EF4-FFF2-40B4-BE49-F238E27FC236}">
                <a16:creationId xmlns:a16="http://schemas.microsoft.com/office/drawing/2014/main" id="{69E05D90-D6C9-5D9C-38B8-E71E22152B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320" r="13835" b="4256"/>
          <a:stretch>
            <a:fillRect/>
          </a:stretch>
        </p:blipFill>
        <p:spPr bwMode="auto">
          <a:xfrm>
            <a:off x="0" y="-6350"/>
            <a:ext cx="12192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2">
            <a:extLst>
              <a:ext uri="{FF2B5EF4-FFF2-40B4-BE49-F238E27FC236}">
                <a16:creationId xmlns:a16="http://schemas.microsoft.com/office/drawing/2014/main" id="{1509D21C-DB18-BE8B-C664-3EFDF0CDAC2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CD91BA97-75B2-4CA2-B149-5FD02E4CADC7}" type="slidenum">
              <a:rPr lang="en-US" altLang="en-US" sz="500" smtClean="0">
                <a:solidFill>
                  <a:srgbClr val="252222"/>
                </a:solidFill>
              </a:rPr>
              <a:pPr>
                <a:lnSpc>
                  <a:spcPct val="90000"/>
                </a:lnSpc>
                <a:spcAft>
                  <a:spcPts val="450"/>
                </a:spcAft>
                <a:defRPr/>
              </a:pPr>
              <a:t>‹#›</a:t>
            </a:fld>
            <a:r>
              <a:rPr lang="en-US" altLang="en-US" sz="500">
                <a:solidFill>
                  <a:srgbClr val="252222"/>
                </a:solidFill>
              </a:rPr>
              <a:t>	 © 2019 Comviva Technologies Limited. All rights reserved.</a:t>
            </a:r>
          </a:p>
        </p:txBody>
      </p:sp>
      <p:pic>
        <p:nvPicPr>
          <p:cNvPr id="4" name="Picture 9" descr="Orb.png">
            <a:extLst>
              <a:ext uri="{FF2B5EF4-FFF2-40B4-BE49-F238E27FC236}">
                <a16:creationId xmlns:a16="http://schemas.microsoft.com/office/drawing/2014/main" id="{396FA3AB-C26F-8AD4-7038-6C48D313B3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8055165"/>
      </p:ext>
    </p:extLst>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Agenda Slide_opt1">
    <p:bg>
      <p:bgPr>
        <a:solidFill>
          <a:schemeClr val="bg1"/>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C78AB57B-0E57-807B-12F1-C040504A7789}"/>
              </a:ext>
            </a:extLst>
          </p:cNvPr>
          <p:cNvPicPr>
            <a:picLocks noChangeAspect="1"/>
          </p:cNvPicPr>
          <p:nvPr/>
        </p:nvPicPr>
        <p:blipFill>
          <a:blip r:embed="rId2">
            <a:extLst>
              <a:ext uri="{28A0092B-C50C-407E-A947-70E740481C1C}">
                <a14:useLocalDpi xmlns:a14="http://schemas.microsoft.com/office/drawing/2010/main" val="0"/>
              </a:ext>
            </a:extLst>
          </a:blip>
          <a:srcRect l="2" r="841" b="876"/>
          <a:stretch>
            <a:fillRect/>
          </a:stretch>
        </p:blipFill>
        <p:spPr bwMode="auto">
          <a:xfrm>
            <a:off x="-112713" y="-57150"/>
            <a:ext cx="12409488" cy="698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reeform 82">
            <a:extLst>
              <a:ext uri="{FF2B5EF4-FFF2-40B4-BE49-F238E27FC236}">
                <a16:creationId xmlns:a16="http://schemas.microsoft.com/office/drawing/2014/main" id="{6369BAB2-8749-4DB0-4DE5-DAB563A8D4AF}"/>
              </a:ext>
            </a:extLst>
          </p:cNvPr>
          <p:cNvSpPr/>
          <p:nvPr/>
        </p:nvSpPr>
        <p:spPr>
          <a:xfrm flipH="1">
            <a:off x="3181350" y="-63500"/>
            <a:ext cx="9129713" cy="6989763"/>
          </a:xfrm>
          <a:custGeom>
            <a:avLst/>
            <a:gdLst>
              <a:gd name="connsiteX0" fmla="*/ 1049773 w 8967595"/>
              <a:gd name="connsiteY0" fmla="*/ 0 h 6860114"/>
              <a:gd name="connsiteX1" fmla="*/ 0 w 8967595"/>
              <a:gd name="connsiteY1" fmla="*/ 0 h 6860114"/>
              <a:gd name="connsiteX2" fmla="*/ 0 w 8967595"/>
              <a:gd name="connsiteY2" fmla="*/ 6860114 h 6860114"/>
              <a:gd name="connsiteX3" fmla="*/ 1049772 w 8967595"/>
              <a:gd name="connsiteY3" fmla="*/ 6860114 h 6860114"/>
              <a:gd name="connsiteX4" fmla="*/ 1049773 w 8967595"/>
              <a:gd name="connsiteY4" fmla="*/ 6860114 h 6860114"/>
              <a:gd name="connsiteX5" fmla="*/ 8967595 w 8967595"/>
              <a:gd name="connsiteY5" fmla="*/ 6860114 h 6860114"/>
              <a:gd name="connsiteX6" fmla="*/ 1049773 w 8967595"/>
              <a:gd name="connsiteY6" fmla="*/ 10245 h 686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7595" h="6860114">
                <a:moveTo>
                  <a:pt x="1049773" y="0"/>
                </a:moveTo>
                <a:lnTo>
                  <a:pt x="0" y="0"/>
                </a:lnTo>
                <a:lnTo>
                  <a:pt x="0" y="6860114"/>
                </a:lnTo>
                <a:lnTo>
                  <a:pt x="1049772" y="6860114"/>
                </a:lnTo>
                <a:lnTo>
                  <a:pt x="1049773" y="6860114"/>
                </a:lnTo>
                <a:lnTo>
                  <a:pt x="8967595" y="6860114"/>
                </a:lnTo>
                <a:lnTo>
                  <a:pt x="1049773" y="10245"/>
                </a:lnTo>
                <a:close/>
              </a:path>
            </a:pathLst>
          </a:custGeom>
          <a:blipFill>
            <a:blip r:embed="rId3" cstate="email"/>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4" name="Freeform 91">
            <a:extLst>
              <a:ext uri="{FF2B5EF4-FFF2-40B4-BE49-F238E27FC236}">
                <a16:creationId xmlns:a16="http://schemas.microsoft.com/office/drawing/2014/main" id="{A5240CFC-B019-30A9-E5BB-95D79DCA3C75}"/>
              </a:ext>
            </a:extLst>
          </p:cNvPr>
          <p:cNvSpPr/>
          <p:nvPr/>
        </p:nvSpPr>
        <p:spPr>
          <a:xfrm flipH="1">
            <a:off x="3170238" y="-61913"/>
            <a:ext cx="9129712" cy="6991351"/>
          </a:xfrm>
          <a:custGeom>
            <a:avLst/>
            <a:gdLst>
              <a:gd name="connsiteX0" fmla="*/ 1049773 w 8967595"/>
              <a:gd name="connsiteY0" fmla="*/ 0 h 6860114"/>
              <a:gd name="connsiteX1" fmla="*/ 0 w 8967595"/>
              <a:gd name="connsiteY1" fmla="*/ 0 h 6860114"/>
              <a:gd name="connsiteX2" fmla="*/ 0 w 8967595"/>
              <a:gd name="connsiteY2" fmla="*/ 6860114 h 6860114"/>
              <a:gd name="connsiteX3" fmla="*/ 1049772 w 8967595"/>
              <a:gd name="connsiteY3" fmla="*/ 6860114 h 6860114"/>
              <a:gd name="connsiteX4" fmla="*/ 1049773 w 8967595"/>
              <a:gd name="connsiteY4" fmla="*/ 6860114 h 6860114"/>
              <a:gd name="connsiteX5" fmla="*/ 8967595 w 8967595"/>
              <a:gd name="connsiteY5" fmla="*/ 6860114 h 6860114"/>
              <a:gd name="connsiteX6" fmla="*/ 1049773 w 8967595"/>
              <a:gd name="connsiteY6" fmla="*/ 10245 h 686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7595" h="6860114">
                <a:moveTo>
                  <a:pt x="1049773" y="0"/>
                </a:moveTo>
                <a:lnTo>
                  <a:pt x="0" y="0"/>
                </a:lnTo>
                <a:lnTo>
                  <a:pt x="0" y="6860114"/>
                </a:lnTo>
                <a:lnTo>
                  <a:pt x="1049772" y="6860114"/>
                </a:lnTo>
                <a:lnTo>
                  <a:pt x="1049773" y="6860114"/>
                </a:lnTo>
                <a:lnTo>
                  <a:pt x="8967595" y="6860114"/>
                </a:lnTo>
                <a:lnTo>
                  <a:pt x="1049773" y="10245"/>
                </a:lnTo>
                <a:close/>
              </a:path>
            </a:pathLst>
          </a:custGeom>
          <a:solidFill>
            <a:schemeClr val="tx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5" name="Rectangle 4">
            <a:extLst>
              <a:ext uri="{FF2B5EF4-FFF2-40B4-BE49-F238E27FC236}">
                <a16:creationId xmlns:a16="http://schemas.microsoft.com/office/drawing/2014/main" id="{90BE7C30-BA3B-0CCE-8FFC-763357D15310}"/>
              </a:ext>
            </a:extLst>
          </p:cNvPr>
          <p:cNvSpPr/>
          <p:nvPr/>
        </p:nvSpPr>
        <p:spPr>
          <a:xfrm>
            <a:off x="195263" y="1851025"/>
            <a:ext cx="4802187" cy="228600"/>
          </a:xfrm>
          <a:prstGeom prst="rect">
            <a:avLst/>
          </a:prstGeom>
        </p:spPr>
        <p:txBody>
          <a:bodyPr lIns="65968" tIns="32984" rIns="65968" bIns="32984">
            <a:spAutoFit/>
          </a:bodyPr>
          <a:lstStyle/>
          <a:p>
            <a:pPr>
              <a:defRPr/>
            </a:pPr>
            <a:r>
              <a:rPr lang="en-US" sz="1058" b="1" dirty="0">
                <a:solidFill>
                  <a:srgbClr val="E31837"/>
                </a:solidFill>
                <a:ea typeface="+mn-ea"/>
                <a:cs typeface="Arial" panose="020B0604020202020204" pitchFamily="34" charset="0"/>
              </a:rPr>
              <a:t>Mahindra Comviva</a:t>
            </a:r>
            <a:r>
              <a:rPr lang="en-US" sz="1058" b="1" dirty="0">
                <a:solidFill>
                  <a:srgbClr val="E61636"/>
                </a:solidFill>
                <a:ea typeface="+mn-ea"/>
                <a:cs typeface="Arial" panose="020B0604020202020204" pitchFamily="34" charset="0"/>
              </a:rPr>
              <a:t> </a:t>
            </a:r>
            <a:r>
              <a:rPr lang="en-US" sz="1058" dirty="0">
                <a:solidFill>
                  <a:schemeClr val="bg1"/>
                </a:solidFill>
                <a:ea typeface="+mn-ea"/>
                <a:cs typeface="Arial" panose="020B0604020202020204" pitchFamily="34" charset="0"/>
              </a:rPr>
              <a:t>is</a:t>
            </a:r>
            <a:r>
              <a:rPr lang="en-US" sz="1058" b="1" dirty="0">
                <a:solidFill>
                  <a:schemeClr val="bg1"/>
                </a:solidFill>
                <a:ea typeface="+mn-ea"/>
                <a:cs typeface="Arial" panose="020B0604020202020204" pitchFamily="34" charset="0"/>
              </a:rPr>
              <a:t> </a:t>
            </a:r>
            <a:r>
              <a:rPr lang="en-US" sz="1058" dirty="0">
                <a:solidFill>
                  <a:schemeClr val="bg1"/>
                </a:solidFill>
                <a:ea typeface="+mn-ea"/>
                <a:cs typeface="Arial" panose="020B0604020202020204" pitchFamily="34" charset="0"/>
              </a:rPr>
              <a:t>a leading global mobility solutions provider to</a:t>
            </a:r>
          </a:p>
        </p:txBody>
      </p:sp>
      <p:sp>
        <p:nvSpPr>
          <p:cNvPr id="6" name="Parallelogram 5">
            <a:extLst>
              <a:ext uri="{FF2B5EF4-FFF2-40B4-BE49-F238E27FC236}">
                <a16:creationId xmlns:a16="http://schemas.microsoft.com/office/drawing/2014/main" id="{B330B369-8A43-73B2-834C-EC4F7BEE1ED6}"/>
              </a:ext>
            </a:extLst>
          </p:cNvPr>
          <p:cNvSpPr/>
          <p:nvPr/>
        </p:nvSpPr>
        <p:spPr>
          <a:xfrm>
            <a:off x="-14288" y="5529263"/>
            <a:ext cx="4967288" cy="1397000"/>
          </a:xfrm>
          <a:prstGeom prst="parallelogram">
            <a:avLst>
              <a:gd name="adj" fmla="val 115566"/>
            </a:avLst>
          </a:prstGeom>
          <a:solidFill>
            <a:srgbClr val="E31837"/>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7" name="Parallelogram 6">
            <a:extLst>
              <a:ext uri="{FF2B5EF4-FFF2-40B4-BE49-F238E27FC236}">
                <a16:creationId xmlns:a16="http://schemas.microsoft.com/office/drawing/2014/main" id="{AD7FED80-0B5F-2841-C73A-4E8E92C35B1B}"/>
              </a:ext>
            </a:extLst>
          </p:cNvPr>
          <p:cNvSpPr/>
          <p:nvPr/>
        </p:nvSpPr>
        <p:spPr>
          <a:xfrm>
            <a:off x="1598613" y="4132263"/>
            <a:ext cx="4968875" cy="1398587"/>
          </a:xfrm>
          <a:prstGeom prst="parallelogram">
            <a:avLst>
              <a:gd name="adj" fmla="val 115566"/>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8" name="Parallelogram 7">
            <a:extLst>
              <a:ext uri="{FF2B5EF4-FFF2-40B4-BE49-F238E27FC236}">
                <a16:creationId xmlns:a16="http://schemas.microsoft.com/office/drawing/2014/main" id="{74FEDA29-1E77-3185-B6D7-C8A55159472F}"/>
              </a:ext>
            </a:extLst>
          </p:cNvPr>
          <p:cNvSpPr/>
          <p:nvPr/>
        </p:nvSpPr>
        <p:spPr>
          <a:xfrm>
            <a:off x="3213100" y="2735263"/>
            <a:ext cx="4968875" cy="1397000"/>
          </a:xfrm>
          <a:prstGeom prst="parallelogram">
            <a:avLst>
              <a:gd name="adj" fmla="val 115566"/>
            </a:avLst>
          </a:prstGeom>
          <a:solidFill>
            <a:srgbClr val="E31837"/>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9" name="Parallelogram 8">
            <a:extLst>
              <a:ext uri="{FF2B5EF4-FFF2-40B4-BE49-F238E27FC236}">
                <a16:creationId xmlns:a16="http://schemas.microsoft.com/office/drawing/2014/main" id="{50FCB9B9-3C64-3A76-646B-44535C883705}"/>
              </a:ext>
            </a:extLst>
          </p:cNvPr>
          <p:cNvSpPr/>
          <p:nvPr/>
        </p:nvSpPr>
        <p:spPr>
          <a:xfrm>
            <a:off x="4827588" y="1338263"/>
            <a:ext cx="4968875" cy="1398587"/>
          </a:xfrm>
          <a:prstGeom prst="parallelogram">
            <a:avLst>
              <a:gd name="adj" fmla="val 115566"/>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10" name="Parallelogram 9">
            <a:extLst>
              <a:ext uri="{FF2B5EF4-FFF2-40B4-BE49-F238E27FC236}">
                <a16:creationId xmlns:a16="http://schemas.microsoft.com/office/drawing/2014/main" id="{A447942E-F484-78C2-446C-24F46E259976}"/>
              </a:ext>
            </a:extLst>
          </p:cNvPr>
          <p:cNvSpPr/>
          <p:nvPr/>
        </p:nvSpPr>
        <p:spPr>
          <a:xfrm>
            <a:off x="6445250" y="-61913"/>
            <a:ext cx="4968875" cy="1398588"/>
          </a:xfrm>
          <a:prstGeom prst="parallelogram">
            <a:avLst>
              <a:gd name="adj" fmla="val 115566"/>
            </a:avLst>
          </a:prstGeom>
          <a:solidFill>
            <a:srgbClr val="E31837"/>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11" name="Isosceles Triangle 10">
            <a:extLst>
              <a:ext uri="{FF2B5EF4-FFF2-40B4-BE49-F238E27FC236}">
                <a16:creationId xmlns:a16="http://schemas.microsoft.com/office/drawing/2014/main" id="{21842BAA-BD14-4857-3004-675DBCA2BAB8}"/>
              </a:ext>
            </a:extLst>
          </p:cNvPr>
          <p:cNvSpPr/>
          <p:nvPr/>
        </p:nvSpPr>
        <p:spPr>
          <a:xfrm>
            <a:off x="3594100" y="4778375"/>
            <a:ext cx="4924425" cy="2147888"/>
          </a:xfrm>
          <a:prstGeom prst="triangle">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sp>
        <p:nvSpPr>
          <p:cNvPr id="12" name="Parallelogram 11">
            <a:extLst>
              <a:ext uri="{FF2B5EF4-FFF2-40B4-BE49-F238E27FC236}">
                <a16:creationId xmlns:a16="http://schemas.microsoft.com/office/drawing/2014/main" id="{F972F010-1C14-A3B4-F545-39E5627AD811}"/>
              </a:ext>
            </a:extLst>
          </p:cNvPr>
          <p:cNvSpPr/>
          <p:nvPr/>
        </p:nvSpPr>
        <p:spPr>
          <a:xfrm>
            <a:off x="-112713" y="-63500"/>
            <a:ext cx="7967663" cy="6777038"/>
          </a:xfrm>
          <a:prstGeom prst="parallelogram">
            <a:avLst>
              <a:gd name="adj" fmla="val 115566"/>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968" tIns="32984" rIns="65968" bIns="32984" anchor="ctr"/>
          <a:lstStyle/>
          <a:p>
            <a:pPr algn="ctr">
              <a:defRPr/>
            </a:pPr>
            <a:endParaRPr lang="en-US" sz="2771"/>
          </a:p>
        </p:txBody>
      </p:sp>
      <p:grpSp>
        <p:nvGrpSpPr>
          <p:cNvPr id="13" name="Group 19">
            <a:extLst>
              <a:ext uri="{FF2B5EF4-FFF2-40B4-BE49-F238E27FC236}">
                <a16:creationId xmlns:a16="http://schemas.microsoft.com/office/drawing/2014/main" id="{152B862A-D21E-C77C-4CB6-32000B1EB89C}"/>
              </a:ext>
            </a:extLst>
          </p:cNvPr>
          <p:cNvGrpSpPr>
            <a:grpSpLocks/>
          </p:cNvGrpSpPr>
          <p:nvPr/>
        </p:nvGrpSpPr>
        <p:grpSpPr bwMode="auto">
          <a:xfrm>
            <a:off x="6565900" y="312738"/>
            <a:ext cx="2919413" cy="549275"/>
            <a:chOff x="1296869" y="1009956"/>
            <a:chExt cx="2867630" cy="539256"/>
          </a:xfrm>
        </p:grpSpPr>
        <p:sp>
          <p:nvSpPr>
            <p:cNvPr id="14" name="TextBox 13">
              <a:extLst>
                <a:ext uri="{FF2B5EF4-FFF2-40B4-BE49-F238E27FC236}">
                  <a16:creationId xmlns:a16="http://schemas.microsoft.com/office/drawing/2014/main" id="{22C38B91-0C09-CA81-BA4E-EB50E681F51F}"/>
                </a:ext>
              </a:extLst>
            </p:cNvPr>
            <p:cNvSpPr txBox="1"/>
            <p:nvPr/>
          </p:nvSpPr>
          <p:spPr>
            <a:xfrm>
              <a:off x="1296869" y="1009956"/>
              <a:ext cx="2862951" cy="381843"/>
            </a:xfrm>
            <a:prstGeom prst="rect">
              <a:avLst/>
            </a:prstGeom>
            <a:noFill/>
          </p:spPr>
          <p:txBody>
            <a:bodyPr>
              <a:spAutoFit/>
            </a:bodyPr>
            <a:lstStyle/>
            <a:p>
              <a:pPr algn="r">
                <a:defRPr/>
              </a:pPr>
              <a:r>
                <a:rPr lang="en-US" sz="1926" b="1" dirty="0">
                  <a:solidFill>
                    <a:schemeClr val="bg1"/>
                  </a:solidFill>
                  <a:ea typeface="+mn-ea"/>
                  <a:cs typeface="Arial" panose="020B0604020202020204" pitchFamily="34" charset="0"/>
                </a:rPr>
                <a:t>2 Billion+</a:t>
              </a:r>
            </a:p>
          </p:txBody>
        </p:sp>
        <p:sp>
          <p:nvSpPr>
            <p:cNvPr id="15" name="TextBox 14">
              <a:extLst>
                <a:ext uri="{FF2B5EF4-FFF2-40B4-BE49-F238E27FC236}">
                  <a16:creationId xmlns:a16="http://schemas.microsoft.com/office/drawing/2014/main" id="{CD236F36-6AAC-2F88-15D3-4E59CA493332}"/>
                </a:ext>
              </a:extLst>
            </p:cNvPr>
            <p:cNvSpPr txBox="1"/>
            <p:nvPr/>
          </p:nvSpPr>
          <p:spPr>
            <a:xfrm>
              <a:off x="1301548" y="1349718"/>
              <a:ext cx="2862951" cy="199494"/>
            </a:xfrm>
            <a:prstGeom prst="rect">
              <a:avLst/>
            </a:prstGeom>
            <a:noFill/>
          </p:spPr>
          <p:txBody>
            <a:bodyPr>
              <a:spAutoFit/>
            </a:bodyPr>
            <a:lstStyle/>
            <a:p>
              <a:pPr algn="r">
                <a:defRPr/>
              </a:pPr>
              <a:r>
                <a:rPr lang="en-US" sz="722" dirty="0">
                  <a:solidFill>
                    <a:schemeClr val="bg1"/>
                  </a:solidFill>
                  <a:ea typeface="+mn-ea"/>
                  <a:cs typeface="Arial" panose="020B0604020202020204" pitchFamily="34" charset="0"/>
                </a:rPr>
                <a:t>Mobile Users Globally</a:t>
              </a:r>
            </a:p>
          </p:txBody>
        </p:sp>
      </p:grpSp>
      <p:sp>
        <p:nvSpPr>
          <p:cNvPr id="16" name="Freeform 21">
            <a:extLst>
              <a:ext uri="{FF2B5EF4-FFF2-40B4-BE49-F238E27FC236}">
                <a16:creationId xmlns:a16="http://schemas.microsoft.com/office/drawing/2014/main" id="{1014AA6A-3FAD-BE19-DC1C-6264CC4E23C7}"/>
              </a:ext>
            </a:extLst>
          </p:cNvPr>
          <p:cNvSpPr>
            <a:spLocks noEditPoints="1"/>
          </p:cNvSpPr>
          <p:nvPr/>
        </p:nvSpPr>
        <p:spPr bwMode="auto">
          <a:xfrm>
            <a:off x="9504363" y="312738"/>
            <a:ext cx="508000" cy="604837"/>
          </a:xfrm>
          <a:custGeom>
            <a:avLst/>
            <a:gdLst>
              <a:gd name="T0" fmla="*/ 1039 w 1506"/>
              <a:gd name="T1" fmla="*/ 1398 h 1785"/>
              <a:gd name="T2" fmla="*/ 1039 w 1506"/>
              <a:gd name="T3" fmla="*/ 1420 h 1785"/>
              <a:gd name="T4" fmla="*/ 1038 w 1506"/>
              <a:gd name="T5" fmla="*/ 1606 h 1785"/>
              <a:gd name="T6" fmla="*/ 854 w 1506"/>
              <a:gd name="T7" fmla="*/ 1784 h 1785"/>
              <a:gd name="T8" fmla="*/ 186 w 1506"/>
              <a:gd name="T9" fmla="*/ 1784 h 1785"/>
              <a:gd name="T10" fmla="*/ 2 w 1506"/>
              <a:gd name="T11" fmla="*/ 1587 h 1785"/>
              <a:gd name="T12" fmla="*/ 2 w 1506"/>
              <a:gd name="T13" fmla="*/ 951 h 1785"/>
              <a:gd name="T14" fmla="*/ 1 w 1506"/>
              <a:gd name="T15" fmla="*/ 204 h 1785"/>
              <a:gd name="T16" fmla="*/ 204 w 1506"/>
              <a:gd name="T17" fmla="*/ 1 h 1785"/>
              <a:gd name="T18" fmla="*/ 842 w 1506"/>
              <a:gd name="T19" fmla="*/ 2 h 1785"/>
              <a:gd name="T20" fmla="*/ 1039 w 1506"/>
              <a:gd name="T21" fmla="*/ 196 h 1785"/>
              <a:gd name="T22" fmla="*/ 1039 w 1506"/>
              <a:gd name="T23" fmla="*/ 366 h 1785"/>
              <a:gd name="T24" fmla="*/ 1059 w 1506"/>
              <a:gd name="T25" fmla="*/ 390 h 1785"/>
              <a:gd name="T26" fmla="*/ 1481 w 1506"/>
              <a:gd name="T27" fmla="*/ 937 h 1785"/>
              <a:gd name="T28" fmla="*/ 1061 w 1506"/>
              <a:gd name="T29" fmla="*/ 1394 h 1785"/>
              <a:gd name="T30" fmla="*/ 1039 w 1506"/>
              <a:gd name="T31" fmla="*/ 1398 h 1785"/>
              <a:gd name="T32" fmla="*/ 938 w 1506"/>
              <a:gd name="T33" fmla="*/ 1400 h 1785"/>
              <a:gd name="T34" fmla="*/ 901 w 1506"/>
              <a:gd name="T35" fmla="*/ 1396 h 1785"/>
              <a:gd name="T36" fmla="*/ 500 w 1506"/>
              <a:gd name="T37" fmla="*/ 708 h 1785"/>
              <a:gd name="T38" fmla="*/ 923 w 1506"/>
              <a:gd name="T39" fmla="*/ 386 h 1785"/>
              <a:gd name="T40" fmla="*/ 939 w 1506"/>
              <a:gd name="T41" fmla="*/ 368 h 1785"/>
              <a:gd name="T42" fmla="*/ 939 w 1506"/>
              <a:gd name="T43" fmla="*/ 322 h 1785"/>
              <a:gd name="T44" fmla="*/ 878 w 1506"/>
              <a:gd name="T45" fmla="*/ 261 h 1785"/>
              <a:gd name="T46" fmla="*/ 162 w 1506"/>
              <a:gd name="T47" fmla="*/ 261 h 1785"/>
              <a:gd name="T48" fmla="*/ 102 w 1506"/>
              <a:gd name="T49" fmla="*/ 323 h 1785"/>
              <a:gd name="T50" fmla="*/ 102 w 1506"/>
              <a:gd name="T51" fmla="*/ 1460 h 1785"/>
              <a:gd name="T52" fmla="*/ 167 w 1506"/>
              <a:gd name="T53" fmla="*/ 1525 h 1785"/>
              <a:gd name="T54" fmla="*/ 567 w 1506"/>
              <a:gd name="T55" fmla="*/ 1525 h 1785"/>
              <a:gd name="T56" fmla="*/ 881 w 1506"/>
              <a:gd name="T57" fmla="*/ 1525 h 1785"/>
              <a:gd name="T58" fmla="*/ 938 w 1506"/>
              <a:gd name="T59" fmla="*/ 1483 h 1785"/>
              <a:gd name="T60" fmla="*/ 938 w 1506"/>
              <a:gd name="T61" fmla="*/ 1400 h 1785"/>
              <a:gd name="T62" fmla="*/ 810 w 1506"/>
              <a:gd name="T63" fmla="*/ 770 h 1785"/>
              <a:gd name="T64" fmla="*/ 792 w 1506"/>
              <a:gd name="T65" fmla="*/ 815 h 1785"/>
              <a:gd name="T66" fmla="*/ 856 w 1506"/>
              <a:gd name="T67" fmla="*/ 974 h 1785"/>
              <a:gd name="T68" fmla="*/ 857 w 1506"/>
              <a:gd name="T69" fmla="*/ 975 h 1785"/>
              <a:gd name="T70" fmla="*/ 838 w 1506"/>
              <a:gd name="T71" fmla="*/ 1034 h 1785"/>
              <a:gd name="T72" fmla="*/ 696 w 1506"/>
              <a:gd name="T73" fmla="*/ 1085 h 1785"/>
              <a:gd name="T74" fmla="*/ 665 w 1506"/>
              <a:gd name="T75" fmla="*/ 1095 h 1785"/>
              <a:gd name="T76" fmla="*/ 965 w 1506"/>
              <a:gd name="T77" fmla="*/ 1260 h 1785"/>
              <a:gd name="T78" fmla="*/ 1284 w 1506"/>
              <a:gd name="T79" fmla="*/ 1095 h 1785"/>
              <a:gd name="T80" fmla="*/ 1253 w 1506"/>
              <a:gd name="T81" fmla="*/ 1084 h 1785"/>
              <a:gd name="T82" fmla="*/ 1114 w 1506"/>
              <a:gd name="T83" fmla="*/ 1037 h 1785"/>
              <a:gd name="T84" fmla="*/ 1091 w 1506"/>
              <a:gd name="T85" fmla="*/ 972 h 1785"/>
              <a:gd name="T86" fmla="*/ 1115 w 1506"/>
              <a:gd name="T87" fmla="*/ 915 h 1785"/>
              <a:gd name="T88" fmla="*/ 1122 w 1506"/>
              <a:gd name="T89" fmla="*/ 902 h 1785"/>
              <a:gd name="T90" fmla="*/ 1160 w 1506"/>
              <a:gd name="T91" fmla="*/ 798 h 1785"/>
              <a:gd name="T92" fmla="*/ 1156 w 1506"/>
              <a:gd name="T93" fmla="*/ 743 h 1785"/>
              <a:gd name="T94" fmla="*/ 1158 w 1506"/>
              <a:gd name="T95" fmla="*/ 691 h 1785"/>
              <a:gd name="T96" fmla="*/ 1107 w 1506"/>
              <a:gd name="T97" fmla="*/ 608 h 1785"/>
              <a:gd name="T98" fmla="*/ 1099 w 1506"/>
              <a:gd name="T99" fmla="*/ 600 h 1785"/>
              <a:gd name="T100" fmla="*/ 918 w 1506"/>
              <a:gd name="T101" fmla="*/ 560 h 1785"/>
              <a:gd name="T102" fmla="*/ 810 w 1506"/>
              <a:gd name="T103" fmla="*/ 770 h 1785"/>
              <a:gd name="T104" fmla="*/ 510 w 1506"/>
              <a:gd name="T105" fmla="*/ 1705 h 1785"/>
              <a:gd name="T106" fmla="*/ 510 w 1506"/>
              <a:gd name="T107" fmla="*/ 1705 h 1785"/>
              <a:gd name="T108" fmla="*/ 598 w 1506"/>
              <a:gd name="T109" fmla="*/ 1705 h 1785"/>
              <a:gd name="T110" fmla="*/ 653 w 1506"/>
              <a:gd name="T111" fmla="*/ 1655 h 1785"/>
              <a:gd name="T112" fmla="*/ 598 w 1506"/>
              <a:gd name="T113" fmla="*/ 1605 h 1785"/>
              <a:gd name="T114" fmla="*/ 422 w 1506"/>
              <a:gd name="T115" fmla="*/ 1605 h 1785"/>
              <a:gd name="T116" fmla="*/ 368 w 1506"/>
              <a:gd name="T117" fmla="*/ 1656 h 1785"/>
              <a:gd name="T118" fmla="*/ 422 w 1506"/>
              <a:gd name="T119" fmla="*/ 1705 h 1785"/>
              <a:gd name="T120" fmla="*/ 510 w 1506"/>
              <a:gd name="T121" fmla="*/ 1705 h 1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6" h="1785">
                <a:moveTo>
                  <a:pt x="1039" y="1398"/>
                </a:moveTo>
                <a:cubicBezTo>
                  <a:pt x="1039" y="1406"/>
                  <a:pt x="1039" y="1413"/>
                  <a:pt x="1039" y="1420"/>
                </a:cubicBezTo>
                <a:cubicBezTo>
                  <a:pt x="1039" y="1482"/>
                  <a:pt x="1040" y="1544"/>
                  <a:pt x="1038" y="1606"/>
                </a:cubicBezTo>
                <a:cubicBezTo>
                  <a:pt x="1034" y="1703"/>
                  <a:pt x="952" y="1784"/>
                  <a:pt x="854" y="1784"/>
                </a:cubicBezTo>
                <a:cubicBezTo>
                  <a:pt x="631" y="1785"/>
                  <a:pt x="409" y="1785"/>
                  <a:pt x="186" y="1784"/>
                </a:cubicBezTo>
                <a:cubicBezTo>
                  <a:pt x="82" y="1783"/>
                  <a:pt x="2" y="1696"/>
                  <a:pt x="2" y="1587"/>
                </a:cubicBezTo>
                <a:cubicBezTo>
                  <a:pt x="2" y="1375"/>
                  <a:pt x="2" y="1163"/>
                  <a:pt x="2" y="951"/>
                </a:cubicBezTo>
                <a:cubicBezTo>
                  <a:pt x="2" y="702"/>
                  <a:pt x="4" y="453"/>
                  <a:pt x="1" y="204"/>
                </a:cubicBezTo>
                <a:cubicBezTo>
                  <a:pt x="0" y="95"/>
                  <a:pt x="84" y="0"/>
                  <a:pt x="204" y="1"/>
                </a:cubicBezTo>
                <a:cubicBezTo>
                  <a:pt x="416" y="3"/>
                  <a:pt x="629" y="2"/>
                  <a:pt x="842" y="2"/>
                </a:cubicBezTo>
                <a:cubicBezTo>
                  <a:pt x="955" y="2"/>
                  <a:pt x="1037" y="83"/>
                  <a:pt x="1039" y="196"/>
                </a:cubicBezTo>
                <a:cubicBezTo>
                  <a:pt x="1039" y="253"/>
                  <a:pt x="1039" y="309"/>
                  <a:pt x="1039" y="366"/>
                </a:cubicBezTo>
                <a:cubicBezTo>
                  <a:pt x="1038" y="381"/>
                  <a:pt x="1042" y="388"/>
                  <a:pt x="1059" y="390"/>
                </a:cubicBezTo>
                <a:cubicBezTo>
                  <a:pt x="1318" y="432"/>
                  <a:pt x="1506" y="676"/>
                  <a:pt x="1481" y="937"/>
                </a:cubicBezTo>
                <a:cubicBezTo>
                  <a:pt x="1459" y="1168"/>
                  <a:pt x="1288" y="1353"/>
                  <a:pt x="1061" y="1394"/>
                </a:cubicBezTo>
                <a:cubicBezTo>
                  <a:pt x="1054" y="1395"/>
                  <a:pt x="1048" y="1396"/>
                  <a:pt x="1039" y="1398"/>
                </a:cubicBezTo>
                <a:close/>
                <a:moveTo>
                  <a:pt x="938" y="1400"/>
                </a:moveTo>
                <a:cubicBezTo>
                  <a:pt x="925" y="1398"/>
                  <a:pt x="913" y="1397"/>
                  <a:pt x="901" y="1396"/>
                </a:cubicBezTo>
                <a:cubicBezTo>
                  <a:pt x="576" y="1346"/>
                  <a:pt x="380" y="1015"/>
                  <a:pt x="500" y="708"/>
                </a:cubicBezTo>
                <a:cubicBezTo>
                  <a:pt x="575" y="518"/>
                  <a:pt x="720" y="411"/>
                  <a:pt x="923" y="386"/>
                </a:cubicBezTo>
                <a:cubicBezTo>
                  <a:pt x="936" y="384"/>
                  <a:pt x="939" y="380"/>
                  <a:pt x="939" y="368"/>
                </a:cubicBezTo>
                <a:cubicBezTo>
                  <a:pt x="938" y="353"/>
                  <a:pt x="939" y="338"/>
                  <a:pt x="939" y="322"/>
                </a:cubicBezTo>
                <a:cubicBezTo>
                  <a:pt x="939" y="280"/>
                  <a:pt x="920" y="261"/>
                  <a:pt x="878" y="261"/>
                </a:cubicBezTo>
                <a:cubicBezTo>
                  <a:pt x="640" y="261"/>
                  <a:pt x="401" y="261"/>
                  <a:pt x="162" y="261"/>
                </a:cubicBezTo>
                <a:cubicBezTo>
                  <a:pt x="121" y="261"/>
                  <a:pt x="102" y="280"/>
                  <a:pt x="102" y="323"/>
                </a:cubicBezTo>
                <a:cubicBezTo>
                  <a:pt x="102" y="702"/>
                  <a:pt x="102" y="1081"/>
                  <a:pt x="102" y="1460"/>
                </a:cubicBezTo>
                <a:cubicBezTo>
                  <a:pt x="102" y="1507"/>
                  <a:pt x="119" y="1525"/>
                  <a:pt x="167" y="1525"/>
                </a:cubicBezTo>
                <a:cubicBezTo>
                  <a:pt x="301" y="1525"/>
                  <a:pt x="434" y="1525"/>
                  <a:pt x="567" y="1525"/>
                </a:cubicBezTo>
                <a:cubicBezTo>
                  <a:pt x="672" y="1525"/>
                  <a:pt x="776" y="1525"/>
                  <a:pt x="881" y="1525"/>
                </a:cubicBezTo>
                <a:cubicBezTo>
                  <a:pt x="913" y="1525"/>
                  <a:pt x="936" y="1509"/>
                  <a:pt x="938" y="1483"/>
                </a:cubicBezTo>
                <a:cubicBezTo>
                  <a:pt x="940" y="1456"/>
                  <a:pt x="938" y="1429"/>
                  <a:pt x="938" y="1400"/>
                </a:cubicBezTo>
                <a:close/>
                <a:moveTo>
                  <a:pt x="810" y="770"/>
                </a:moveTo>
                <a:cubicBezTo>
                  <a:pt x="789" y="779"/>
                  <a:pt x="785" y="797"/>
                  <a:pt x="792" y="815"/>
                </a:cubicBezTo>
                <a:cubicBezTo>
                  <a:pt x="812" y="868"/>
                  <a:pt x="834" y="921"/>
                  <a:pt x="856" y="974"/>
                </a:cubicBezTo>
                <a:cubicBezTo>
                  <a:pt x="856" y="974"/>
                  <a:pt x="857" y="975"/>
                  <a:pt x="857" y="975"/>
                </a:cubicBezTo>
                <a:cubicBezTo>
                  <a:pt x="870" y="997"/>
                  <a:pt x="862" y="1025"/>
                  <a:pt x="838" y="1034"/>
                </a:cubicBezTo>
                <a:cubicBezTo>
                  <a:pt x="791" y="1052"/>
                  <a:pt x="743" y="1068"/>
                  <a:pt x="696" y="1085"/>
                </a:cubicBezTo>
                <a:cubicBezTo>
                  <a:pt x="687" y="1088"/>
                  <a:pt x="677" y="1091"/>
                  <a:pt x="665" y="1095"/>
                </a:cubicBezTo>
                <a:cubicBezTo>
                  <a:pt x="740" y="1201"/>
                  <a:pt x="840" y="1257"/>
                  <a:pt x="965" y="1260"/>
                </a:cubicBezTo>
                <a:cubicBezTo>
                  <a:pt x="1099" y="1263"/>
                  <a:pt x="1204" y="1205"/>
                  <a:pt x="1284" y="1095"/>
                </a:cubicBezTo>
                <a:cubicBezTo>
                  <a:pt x="1272" y="1091"/>
                  <a:pt x="1263" y="1087"/>
                  <a:pt x="1253" y="1084"/>
                </a:cubicBezTo>
                <a:cubicBezTo>
                  <a:pt x="1207" y="1069"/>
                  <a:pt x="1160" y="1054"/>
                  <a:pt x="1114" y="1037"/>
                </a:cubicBezTo>
                <a:cubicBezTo>
                  <a:pt x="1087" y="1028"/>
                  <a:pt x="1079" y="997"/>
                  <a:pt x="1091" y="972"/>
                </a:cubicBezTo>
                <a:cubicBezTo>
                  <a:pt x="1101" y="954"/>
                  <a:pt x="1107" y="934"/>
                  <a:pt x="1115" y="915"/>
                </a:cubicBezTo>
                <a:cubicBezTo>
                  <a:pt x="1117" y="910"/>
                  <a:pt x="1118" y="905"/>
                  <a:pt x="1122" y="902"/>
                </a:cubicBezTo>
                <a:cubicBezTo>
                  <a:pt x="1146" y="886"/>
                  <a:pt x="1172" y="823"/>
                  <a:pt x="1160" y="798"/>
                </a:cubicBezTo>
                <a:cubicBezTo>
                  <a:pt x="1150" y="779"/>
                  <a:pt x="1155" y="762"/>
                  <a:pt x="1156" y="743"/>
                </a:cubicBezTo>
                <a:cubicBezTo>
                  <a:pt x="1157" y="726"/>
                  <a:pt x="1159" y="708"/>
                  <a:pt x="1158" y="691"/>
                </a:cubicBezTo>
                <a:cubicBezTo>
                  <a:pt x="1154" y="656"/>
                  <a:pt x="1147" y="622"/>
                  <a:pt x="1107" y="608"/>
                </a:cubicBezTo>
                <a:cubicBezTo>
                  <a:pt x="1104" y="607"/>
                  <a:pt x="1102" y="603"/>
                  <a:pt x="1099" y="600"/>
                </a:cubicBezTo>
                <a:cubicBezTo>
                  <a:pt x="1053" y="547"/>
                  <a:pt x="980" y="531"/>
                  <a:pt x="918" y="560"/>
                </a:cubicBezTo>
                <a:cubicBezTo>
                  <a:pt x="832" y="601"/>
                  <a:pt x="793" y="676"/>
                  <a:pt x="810" y="770"/>
                </a:cubicBezTo>
                <a:close/>
                <a:moveTo>
                  <a:pt x="510" y="1705"/>
                </a:moveTo>
                <a:cubicBezTo>
                  <a:pt x="510" y="1705"/>
                  <a:pt x="510" y="1705"/>
                  <a:pt x="510" y="1705"/>
                </a:cubicBezTo>
                <a:cubicBezTo>
                  <a:pt x="539" y="1705"/>
                  <a:pt x="568" y="1706"/>
                  <a:pt x="598" y="1705"/>
                </a:cubicBezTo>
                <a:cubicBezTo>
                  <a:pt x="631" y="1705"/>
                  <a:pt x="653" y="1684"/>
                  <a:pt x="653" y="1655"/>
                </a:cubicBezTo>
                <a:cubicBezTo>
                  <a:pt x="653" y="1626"/>
                  <a:pt x="631" y="1605"/>
                  <a:pt x="598" y="1605"/>
                </a:cubicBezTo>
                <a:cubicBezTo>
                  <a:pt x="539" y="1604"/>
                  <a:pt x="481" y="1604"/>
                  <a:pt x="422" y="1605"/>
                </a:cubicBezTo>
                <a:cubicBezTo>
                  <a:pt x="390" y="1605"/>
                  <a:pt x="367" y="1626"/>
                  <a:pt x="368" y="1656"/>
                </a:cubicBezTo>
                <a:cubicBezTo>
                  <a:pt x="368" y="1685"/>
                  <a:pt x="390" y="1705"/>
                  <a:pt x="422" y="1705"/>
                </a:cubicBezTo>
                <a:cubicBezTo>
                  <a:pt x="451" y="1706"/>
                  <a:pt x="480" y="1705"/>
                  <a:pt x="510" y="1705"/>
                </a:cubicBezTo>
                <a:close/>
              </a:path>
            </a:pathLst>
          </a:custGeom>
          <a:solidFill>
            <a:schemeClr val="bg1"/>
          </a:solidFill>
          <a:ln>
            <a:noFill/>
          </a:ln>
        </p:spPr>
        <p:txBody>
          <a:bodyPr lIns="65968" tIns="32984" rIns="65968" bIns="32984"/>
          <a:lstStyle/>
          <a:p>
            <a:pPr>
              <a:defRPr/>
            </a:pPr>
            <a:endParaRPr lang="en-US" sz="2771">
              <a:ea typeface="+mn-ea"/>
              <a:cs typeface="Arial" panose="020B0604020202020204" pitchFamily="34" charset="0"/>
            </a:endParaRPr>
          </a:p>
        </p:txBody>
      </p:sp>
      <p:sp>
        <p:nvSpPr>
          <p:cNvPr id="17" name="TextBox 16">
            <a:extLst>
              <a:ext uri="{FF2B5EF4-FFF2-40B4-BE49-F238E27FC236}">
                <a16:creationId xmlns:a16="http://schemas.microsoft.com/office/drawing/2014/main" id="{28690ED4-49D0-A5F0-6F48-1F01FF5FE6C7}"/>
              </a:ext>
            </a:extLst>
          </p:cNvPr>
          <p:cNvSpPr txBox="1"/>
          <p:nvPr/>
        </p:nvSpPr>
        <p:spPr>
          <a:xfrm>
            <a:off x="5334000" y="5926138"/>
            <a:ext cx="1978025" cy="476250"/>
          </a:xfrm>
          <a:prstGeom prst="rect">
            <a:avLst/>
          </a:prstGeom>
          <a:noFill/>
        </p:spPr>
        <p:txBody>
          <a:bodyPr lIns="65968" tIns="32984" rIns="65968" bIns="32984">
            <a:spAutoFit/>
          </a:bodyPr>
          <a:lstStyle/>
          <a:p>
            <a:pPr>
              <a:lnSpc>
                <a:spcPts val="1588"/>
              </a:lnSpc>
              <a:defRPr/>
            </a:pPr>
            <a:r>
              <a:rPr lang="en-US" sz="2020" b="1" dirty="0">
                <a:solidFill>
                  <a:srgbClr val="E31837"/>
                </a:solidFill>
                <a:ea typeface="+mn-ea"/>
                <a:cs typeface="Arial" panose="020B0604020202020204" pitchFamily="34" charset="0"/>
              </a:rPr>
              <a:t>20%</a:t>
            </a:r>
            <a:br>
              <a:rPr lang="en-US" sz="2309" b="1" dirty="0">
                <a:solidFill>
                  <a:schemeClr val="bg1"/>
                </a:solidFill>
                <a:ea typeface="+mn-ea"/>
                <a:cs typeface="Arial" panose="020B0604020202020204" pitchFamily="34" charset="0"/>
              </a:rPr>
            </a:br>
            <a:r>
              <a:rPr lang="en-US" sz="1154" dirty="0">
                <a:solidFill>
                  <a:schemeClr val="tx1">
                    <a:lumMod val="85000"/>
                    <a:lumOff val="15000"/>
                  </a:schemeClr>
                </a:solidFill>
                <a:ea typeface="+mn-ea"/>
                <a:cs typeface="Arial" panose="020B0604020202020204" pitchFamily="34" charset="0"/>
              </a:rPr>
              <a:t>Growth In the Last </a:t>
            </a:r>
            <a:r>
              <a:rPr lang="en-US" sz="1154" b="1" dirty="0">
                <a:solidFill>
                  <a:schemeClr val="tx1">
                    <a:lumMod val="85000"/>
                    <a:lumOff val="15000"/>
                  </a:schemeClr>
                </a:solidFill>
                <a:ea typeface="+mn-ea"/>
                <a:cs typeface="Arial" panose="020B0604020202020204" pitchFamily="34" charset="0"/>
              </a:rPr>
              <a:t>3</a:t>
            </a:r>
            <a:r>
              <a:rPr lang="en-US" sz="1154" dirty="0">
                <a:solidFill>
                  <a:schemeClr val="tx1">
                    <a:lumMod val="85000"/>
                    <a:lumOff val="15000"/>
                  </a:schemeClr>
                </a:solidFill>
                <a:ea typeface="+mn-ea"/>
                <a:cs typeface="Arial" panose="020B0604020202020204" pitchFamily="34" charset="0"/>
              </a:rPr>
              <a:t> </a:t>
            </a:r>
            <a:r>
              <a:rPr lang="en-US" sz="1154" b="1" dirty="0">
                <a:solidFill>
                  <a:schemeClr val="tx1">
                    <a:lumMod val="85000"/>
                    <a:lumOff val="15000"/>
                  </a:schemeClr>
                </a:solidFill>
                <a:ea typeface="+mn-ea"/>
                <a:cs typeface="Arial" panose="020B0604020202020204" pitchFamily="34" charset="0"/>
              </a:rPr>
              <a:t>Years</a:t>
            </a:r>
          </a:p>
        </p:txBody>
      </p:sp>
      <p:grpSp>
        <p:nvGrpSpPr>
          <p:cNvPr id="18" name="Group 17">
            <a:extLst>
              <a:ext uri="{FF2B5EF4-FFF2-40B4-BE49-F238E27FC236}">
                <a16:creationId xmlns:a16="http://schemas.microsoft.com/office/drawing/2014/main" id="{7C7D483B-E1E1-75BD-7105-5321A0A94979}"/>
              </a:ext>
            </a:extLst>
          </p:cNvPr>
          <p:cNvGrpSpPr/>
          <p:nvPr/>
        </p:nvGrpSpPr>
        <p:grpSpPr>
          <a:xfrm>
            <a:off x="4687406" y="5937823"/>
            <a:ext cx="627231" cy="537528"/>
            <a:chOff x="7843837" y="2686051"/>
            <a:chExt cx="717551" cy="614362"/>
          </a:xfrm>
          <a:solidFill>
            <a:srgbClr val="E31837"/>
          </a:solidFill>
        </p:grpSpPr>
        <p:sp>
          <p:nvSpPr>
            <p:cNvPr id="19" name="Freeform 38">
              <a:extLst>
                <a:ext uri="{FF2B5EF4-FFF2-40B4-BE49-F238E27FC236}">
                  <a16:creationId xmlns:a16="http://schemas.microsoft.com/office/drawing/2014/main" id="{CA2BAAC7-335D-6FDF-B0B9-168C762C67D2}"/>
                </a:ext>
              </a:extLst>
            </p:cNvPr>
            <p:cNvSpPr>
              <a:spLocks/>
            </p:cNvSpPr>
            <p:nvPr/>
          </p:nvSpPr>
          <p:spPr bwMode="auto">
            <a:xfrm>
              <a:off x="7843837" y="2686051"/>
              <a:ext cx="717551" cy="555625"/>
            </a:xfrm>
            <a:custGeom>
              <a:avLst/>
              <a:gdLst>
                <a:gd name="T0" fmla="*/ 304 w 788"/>
                <a:gd name="T1" fmla="*/ 360 h 611"/>
                <a:gd name="T2" fmla="*/ 286 w 788"/>
                <a:gd name="T3" fmla="*/ 383 h 611"/>
                <a:gd name="T4" fmla="*/ 76 w 788"/>
                <a:gd name="T5" fmla="*/ 594 h 611"/>
                <a:gd name="T6" fmla="*/ 36 w 788"/>
                <a:gd name="T7" fmla="*/ 595 h 611"/>
                <a:gd name="T8" fmla="*/ 35 w 788"/>
                <a:gd name="T9" fmla="*/ 525 h 611"/>
                <a:gd name="T10" fmla="*/ 285 w 788"/>
                <a:gd name="T11" fmla="*/ 275 h 611"/>
                <a:gd name="T12" fmla="*/ 329 w 788"/>
                <a:gd name="T13" fmla="*/ 275 h 611"/>
                <a:gd name="T14" fmla="*/ 390 w 788"/>
                <a:gd name="T15" fmla="*/ 338 h 611"/>
                <a:gd name="T16" fmla="*/ 631 w 788"/>
                <a:gd name="T17" fmla="*/ 97 h 611"/>
                <a:gd name="T18" fmla="*/ 596 w 788"/>
                <a:gd name="T19" fmla="*/ 64 h 611"/>
                <a:gd name="T20" fmla="*/ 603 w 788"/>
                <a:gd name="T21" fmla="*/ 39 h 611"/>
                <a:gd name="T22" fmla="*/ 761 w 788"/>
                <a:gd name="T23" fmla="*/ 4 h 611"/>
                <a:gd name="T24" fmla="*/ 784 w 788"/>
                <a:gd name="T25" fmla="*/ 27 h 611"/>
                <a:gd name="T26" fmla="*/ 749 w 788"/>
                <a:gd name="T27" fmla="*/ 187 h 611"/>
                <a:gd name="T28" fmla="*/ 725 w 788"/>
                <a:gd name="T29" fmla="*/ 193 h 611"/>
                <a:gd name="T30" fmla="*/ 689 w 788"/>
                <a:gd name="T31" fmla="*/ 156 h 611"/>
                <a:gd name="T32" fmla="*/ 672 w 788"/>
                <a:gd name="T33" fmla="*/ 172 h 611"/>
                <a:gd name="T34" fmla="*/ 415 w 788"/>
                <a:gd name="T35" fmla="*/ 429 h 611"/>
                <a:gd name="T36" fmla="*/ 373 w 788"/>
                <a:gd name="T37" fmla="*/ 429 h 611"/>
                <a:gd name="T38" fmla="*/ 304 w 788"/>
                <a:gd name="T39" fmla="*/ 360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8" h="611">
                  <a:moveTo>
                    <a:pt x="304" y="360"/>
                  </a:moveTo>
                  <a:cubicBezTo>
                    <a:pt x="298" y="369"/>
                    <a:pt x="293" y="377"/>
                    <a:pt x="286" y="383"/>
                  </a:cubicBezTo>
                  <a:cubicBezTo>
                    <a:pt x="216" y="454"/>
                    <a:pt x="146" y="524"/>
                    <a:pt x="76" y="594"/>
                  </a:cubicBezTo>
                  <a:cubicBezTo>
                    <a:pt x="59" y="611"/>
                    <a:pt x="54" y="611"/>
                    <a:pt x="36" y="595"/>
                  </a:cubicBezTo>
                  <a:cubicBezTo>
                    <a:pt x="0" y="561"/>
                    <a:pt x="0" y="561"/>
                    <a:pt x="35" y="525"/>
                  </a:cubicBezTo>
                  <a:cubicBezTo>
                    <a:pt x="118" y="442"/>
                    <a:pt x="202" y="359"/>
                    <a:pt x="285" y="275"/>
                  </a:cubicBezTo>
                  <a:cubicBezTo>
                    <a:pt x="305" y="256"/>
                    <a:pt x="309" y="255"/>
                    <a:pt x="329" y="275"/>
                  </a:cubicBezTo>
                  <a:cubicBezTo>
                    <a:pt x="350" y="297"/>
                    <a:pt x="370" y="318"/>
                    <a:pt x="390" y="338"/>
                  </a:cubicBezTo>
                  <a:cubicBezTo>
                    <a:pt x="470" y="257"/>
                    <a:pt x="549" y="178"/>
                    <a:pt x="631" y="97"/>
                  </a:cubicBezTo>
                  <a:cubicBezTo>
                    <a:pt x="621" y="88"/>
                    <a:pt x="608" y="76"/>
                    <a:pt x="596" y="64"/>
                  </a:cubicBezTo>
                  <a:cubicBezTo>
                    <a:pt x="582" y="50"/>
                    <a:pt x="584" y="43"/>
                    <a:pt x="603" y="39"/>
                  </a:cubicBezTo>
                  <a:cubicBezTo>
                    <a:pt x="655" y="27"/>
                    <a:pt x="708" y="15"/>
                    <a:pt x="761" y="4"/>
                  </a:cubicBezTo>
                  <a:cubicBezTo>
                    <a:pt x="779" y="0"/>
                    <a:pt x="788" y="9"/>
                    <a:pt x="784" y="27"/>
                  </a:cubicBezTo>
                  <a:cubicBezTo>
                    <a:pt x="773" y="81"/>
                    <a:pt x="762" y="134"/>
                    <a:pt x="749" y="187"/>
                  </a:cubicBezTo>
                  <a:cubicBezTo>
                    <a:pt x="745" y="205"/>
                    <a:pt x="739" y="206"/>
                    <a:pt x="725" y="193"/>
                  </a:cubicBezTo>
                  <a:cubicBezTo>
                    <a:pt x="713" y="182"/>
                    <a:pt x="702" y="169"/>
                    <a:pt x="689" y="156"/>
                  </a:cubicBezTo>
                  <a:cubicBezTo>
                    <a:pt x="682" y="162"/>
                    <a:pt x="677" y="167"/>
                    <a:pt x="672" y="172"/>
                  </a:cubicBezTo>
                  <a:cubicBezTo>
                    <a:pt x="586" y="257"/>
                    <a:pt x="501" y="343"/>
                    <a:pt x="415" y="429"/>
                  </a:cubicBezTo>
                  <a:cubicBezTo>
                    <a:pt x="395" y="448"/>
                    <a:pt x="392" y="448"/>
                    <a:pt x="373" y="429"/>
                  </a:cubicBezTo>
                  <a:cubicBezTo>
                    <a:pt x="351" y="407"/>
                    <a:pt x="330" y="386"/>
                    <a:pt x="304" y="360"/>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20" name="Freeform 39">
              <a:extLst>
                <a:ext uri="{FF2B5EF4-FFF2-40B4-BE49-F238E27FC236}">
                  <a16:creationId xmlns:a16="http://schemas.microsoft.com/office/drawing/2014/main" id="{87AB0AA9-FCDE-FE4B-51F8-7F0064780442}"/>
                </a:ext>
              </a:extLst>
            </p:cNvPr>
            <p:cNvSpPr>
              <a:spLocks/>
            </p:cNvSpPr>
            <p:nvPr/>
          </p:nvSpPr>
          <p:spPr bwMode="auto">
            <a:xfrm>
              <a:off x="8377238" y="2871788"/>
              <a:ext cx="107950" cy="428625"/>
            </a:xfrm>
            <a:custGeom>
              <a:avLst/>
              <a:gdLst>
                <a:gd name="T0" fmla="*/ 119 w 119"/>
                <a:gd name="T1" fmla="*/ 2 h 470"/>
                <a:gd name="T2" fmla="*/ 119 w 119"/>
                <a:gd name="T3" fmla="*/ 19 h 470"/>
                <a:gd name="T4" fmla="*/ 119 w 119"/>
                <a:gd name="T5" fmla="*/ 439 h 470"/>
                <a:gd name="T6" fmla="*/ 88 w 119"/>
                <a:gd name="T7" fmla="*/ 470 h 470"/>
                <a:gd name="T8" fmla="*/ 24 w 119"/>
                <a:gd name="T9" fmla="*/ 470 h 470"/>
                <a:gd name="T10" fmla="*/ 0 w 119"/>
                <a:gd name="T11" fmla="*/ 447 h 470"/>
                <a:gd name="T12" fmla="*/ 1 w 119"/>
                <a:gd name="T13" fmla="*/ 123 h 470"/>
                <a:gd name="T14" fmla="*/ 7 w 119"/>
                <a:gd name="T15" fmla="*/ 108 h 470"/>
                <a:gd name="T16" fmla="*/ 114 w 119"/>
                <a:gd name="T17" fmla="*/ 0 h 470"/>
                <a:gd name="T18" fmla="*/ 119 w 119"/>
                <a:gd name="T19" fmla="*/ 2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 h="470">
                  <a:moveTo>
                    <a:pt x="119" y="2"/>
                  </a:moveTo>
                  <a:cubicBezTo>
                    <a:pt x="119" y="8"/>
                    <a:pt x="119" y="13"/>
                    <a:pt x="119" y="19"/>
                  </a:cubicBezTo>
                  <a:cubicBezTo>
                    <a:pt x="119" y="159"/>
                    <a:pt x="119" y="299"/>
                    <a:pt x="119" y="439"/>
                  </a:cubicBezTo>
                  <a:cubicBezTo>
                    <a:pt x="119" y="467"/>
                    <a:pt x="117" y="470"/>
                    <a:pt x="88" y="470"/>
                  </a:cubicBezTo>
                  <a:cubicBezTo>
                    <a:pt x="67" y="470"/>
                    <a:pt x="46" y="469"/>
                    <a:pt x="24" y="470"/>
                  </a:cubicBezTo>
                  <a:cubicBezTo>
                    <a:pt x="8" y="470"/>
                    <a:pt x="0" y="463"/>
                    <a:pt x="0" y="447"/>
                  </a:cubicBezTo>
                  <a:cubicBezTo>
                    <a:pt x="0" y="339"/>
                    <a:pt x="0" y="231"/>
                    <a:pt x="1" y="123"/>
                  </a:cubicBezTo>
                  <a:cubicBezTo>
                    <a:pt x="1" y="118"/>
                    <a:pt x="4" y="112"/>
                    <a:pt x="7" y="108"/>
                  </a:cubicBezTo>
                  <a:cubicBezTo>
                    <a:pt x="43" y="71"/>
                    <a:pt x="78" y="36"/>
                    <a:pt x="114" y="0"/>
                  </a:cubicBezTo>
                  <a:cubicBezTo>
                    <a:pt x="116" y="0"/>
                    <a:pt x="117" y="1"/>
                    <a:pt x="119" y="2"/>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21" name="Freeform 40">
              <a:extLst>
                <a:ext uri="{FF2B5EF4-FFF2-40B4-BE49-F238E27FC236}">
                  <a16:creationId xmlns:a16="http://schemas.microsoft.com/office/drawing/2014/main" id="{9219C7AD-3194-9B31-9F19-38BDD66D24F9}"/>
                </a:ext>
              </a:extLst>
            </p:cNvPr>
            <p:cNvSpPr>
              <a:spLocks/>
            </p:cNvSpPr>
            <p:nvPr/>
          </p:nvSpPr>
          <p:spPr bwMode="auto">
            <a:xfrm>
              <a:off x="8237538" y="3008313"/>
              <a:ext cx="107950" cy="292100"/>
            </a:xfrm>
            <a:custGeom>
              <a:avLst/>
              <a:gdLst>
                <a:gd name="T0" fmla="*/ 118 w 119"/>
                <a:gd name="T1" fmla="*/ 0 h 321"/>
                <a:gd name="T2" fmla="*/ 119 w 119"/>
                <a:gd name="T3" fmla="*/ 23 h 321"/>
                <a:gd name="T4" fmla="*/ 119 w 119"/>
                <a:gd name="T5" fmla="*/ 291 h 321"/>
                <a:gd name="T6" fmla="*/ 90 w 119"/>
                <a:gd name="T7" fmla="*/ 321 h 321"/>
                <a:gd name="T8" fmla="*/ 26 w 119"/>
                <a:gd name="T9" fmla="*/ 321 h 321"/>
                <a:gd name="T10" fmla="*/ 0 w 119"/>
                <a:gd name="T11" fmla="*/ 296 h 321"/>
                <a:gd name="T12" fmla="*/ 1 w 119"/>
                <a:gd name="T13" fmla="*/ 131 h 321"/>
                <a:gd name="T14" fmla="*/ 4 w 119"/>
                <a:gd name="T15" fmla="*/ 116 h 321"/>
                <a:gd name="T16" fmla="*/ 118 w 119"/>
                <a:gd name="T17"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321">
                  <a:moveTo>
                    <a:pt x="118" y="0"/>
                  </a:moveTo>
                  <a:cubicBezTo>
                    <a:pt x="119" y="12"/>
                    <a:pt x="119" y="17"/>
                    <a:pt x="119" y="23"/>
                  </a:cubicBezTo>
                  <a:cubicBezTo>
                    <a:pt x="119" y="112"/>
                    <a:pt x="119" y="201"/>
                    <a:pt x="119" y="291"/>
                  </a:cubicBezTo>
                  <a:cubicBezTo>
                    <a:pt x="119" y="317"/>
                    <a:pt x="116" y="321"/>
                    <a:pt x="90" y="321"/>
                  </a:cubicBezTo>
                  <a:cubicBezTo>
                    <a:pt x="68" y="321"/>
                    <a:pt x="47" y="320"/>
                    <a:pt x="26" y="321"/>
                  </a:cubicBezTo>
                  <a:cubicBezTo>
                    <a:pt x="8" y="321"/>
                    <a:pt x="0" y="314"/>
                    <a:pt x="0" y="296"/>
                  </a:cubicBezTo>
                  <a:cubicBezTo>
                    <a:pt x="1" y="241"/>
                    <a:pt x="1" y="186"/>
                    <a:pt x="1" y="131"/>
                  </a:cubicBezTo>
                  <a:cubicBezTo>
                    <a:pt x="1" y="126"/>
                    <a:pt x="1" y="119"/>
                    <a:pt x="4" y="116"/>
                  </a:cubicBezTo>
                  <a:cubicBezTo>
                    <a:pt x="40" y="78"/>
                    <a:pt x="77" y="41"/>
                    <a:pt x="118" y="0"/>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22" name="Freeform 41">
              <a:extLst>
                <a:ext uri="{FF2B5EF4-FFF2-40B4-BE49-F238E27FC236}">
                  <a16:creationId xmlns:a16="http://schemas.microsoft.com/office/drawing/2014/main" id="{F46E66FD-E347-7F41-BDB2-017189A04574}"/>
                </a:ext>
              </a:extLst>
            </p:cNvPr>
            <p:cNvSpPr>
              <a:spLocks/>
            </p:cNvSpPr>
            <p:nvPr/>
          </p:nvSpPr>
          <p:spPr bwMode="auto">
            <a:xfrm>
              <a:off x="8096250" y="3065463"/>
              <a:ext cx="109538" cy="234950"/>
            </a:xfrm>
            <a:custGeom>
              <a:avLst/>
              <a:gdLst>
                <a:gd name="T0" fmla="*/ 27 w 120"/>
                <a:gd name="T1" fmla="*/ 0 h 258"/>
                <a:gd name="T2" fmla="*/ 120 w 120"/>
                <a:gd name="T3" fmla="*/ 67 h 258"/>
                <a:gd name="T4" fmla="*/ 120 w 120"/>
                <a:gd name="T5" fmla="*/ 238 h 258"/>
                <a:gd name="T6" fmla="*/ 100 w 120"/>
                <a:gd name="T7" fmla="*/ 258 h 258"/>
                <a:gd name="T8" fmla="*/ 22 w 120"/>
                <a:gd name="T9" fmla="*/ 258 h 258"/>
                <a:gd name="T10" fmla="*/ 1 w 120"/>
                <a:gd name="T11" fmla="*/ 237 h 258"/>
                <a:gd name="T12" fmla="*/ 2 w 120"/>
                <a:gd name="T13" fmla="*/ 39 h 258"/>
                <a:gd name="T14" fmla="*/ 27 w 120"/>
                <a:gd name="T15" fmla="*/ 0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258">
                  <a:moveTo>
                    <a:pt x="27" y="0"/>
                  </a:moveTo>
                  <a:cubicBezTo>
                    <a:pt x="60" y="25"/>
                    <a:pt x="77" y="63"/>
                    <a:pt x="120" y="67"/>
                  </a:cubicBezTo>
                  <a:cubicBezTo>
                    <a:pt x="120" y="125"/>
                    <a:pt x="120" y="181"/>
                    <a:pt x="120" y="238"/>
                  </a:cubicBezTo>
                  <a:cubicBezTo>
                    <a:pt x="120" y="251"/>
                    <a:pt x="113" y="257"/>
                    <a:pt x="100" y="258"/>
                  </a:cubicBezTo>
                  <a:cubicBezTo>
                    <a:pt x="74" y="258"/>
                    <a:pt x="48" y="258"/>
                    <a:pt x="22" y="258"/>
                  </a:cubicBezTo>
                  <a:cubicBezTo>
                    <a:pt x="8" y="258"/>
                    <a:pt x="1" y="251"/>
                    <a:pt x="1" y="237"/>
                  </a:cubicBezTo>
                  <a:cubicBezTo>
                    <a:pt x="1" y="171"/>
                    <a:pt x="0" y="105"/>
                    <a:pt x="2" y="39"/>
                  </a:cubicBezTo>
                  <a:cubicBezTo>
                    <a:pt x="3" y="26"/>
                    <a:pt x="18" y="13"/>
                    <a:pt x="27" y="0"/>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23" name="Freeform 42">
              <a:extLst>
                <a:ext uri="{FF2B5EF4-FFF2-40B4-BE49-F238E27FC236}">
                  <a16:creationId xmlns:a16="http://schemas.microsoft.com/office/drawing/2014/main" id="{8A70777F-96A7-27BA-B836-BD9B4F8766D9}"/>
                </a:ext>
              </a:extLst>
            </p:cNvPr>
            <p:cNvSpPr>
              <a:spLocks/>
            </p:cNvSpPr>
            <p:nvPr/>
          </p:nvSpPr>
          <p:spPr bwMode="auto">
            <a:xfrm>
              <a:off x="7956550" y="3127375"/>
              <a:ext cx="109538" cy="173037"/>
            </a:xfrm>
            <a:custGeom>
              <a:avLst/>
              <a:gdLst>
                <a:gd name="T0" fmla="*/ 119 w 119"/>
                <a:gd name="T1" fmla="*/ 2 h 189"/>
                <a:gd name="T2" fmla="*/ 119 w 119"/>
                <a:gd name="T3" fmla="*/ 97 h 189"/>
                <a:gd name="T4" fmla="*/ 119 w 119"/>
                <a:gd name="T5" fmla="*/ 167 h 189"/>
                <a:gd name="T6" fmla="*/ 97 w 119"/>
                <a:gd name="T7" fmla="*/ 189 h 189"/>
                <a:gd name="T8" fmla="*/ 21 w 119"/>
                <a:gd name="T9" fmla="*/ 189 h 189"/>
                <a:gd name="T10" fmla="*/ 0 w 119"/>
                <a:gd name="T11" fmla="*/ 168 h 189"/>
                <a:gd name="T12" fmla="*/ 1 w 119"/>
                <a:gd name="T13" fmla="*/ 124 h 189"/>
                <a:gd name="T14" fmla="*/ 7 w 119"/>
                <a:gd name="T15" fmla="*/ 108 h 189"/>
                <a:gd name="T16" fmla="*/ 113 w 119"/>
                <a:gd name="T17" fmla="*/ 0 h 189"/>
                <a:gd name="T18" fmla="*/ 119 w 119"/>
                <a:gd name="T19" fmla="*/ 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 h="189">
                  <a:moveTo>
                    <a:pt x="119" y="2"/>
                  </a:moveTo>
                  <a:cubicBezTo>
                    <a:pt x="119" y="34"/>
                    <a:pt x="119" y="66"/>
                    <a:pt x="119" y="97"/>
                  </a:cubicBezTo>
                  <a:cubicBezTo>
                    <a:pt x="119" y="120"/>
                    <a:pt x="118" y="144"/>
                    <a:pt x="119" y="167"/>
                  </a:cubicBezTo>
                  <a:cubicBezTo>
                    <a:pt x="119" y="182"/>
                    <a:pt x="112" y="189"/>
                    <a:pt x="97" y="189"/>
                  </a:cubicBezTo>
                  <a:cubicBezTo>
                    <a:pt x="71" y="189"/>
                    <a:pt x="46" y="189"/>
                    <a:pt x="21" y="189"/>
                  </a:cubicBezTo>
                  <a:cubicBezTo>
                    <a:pt x="7" y="189"/>
                    <a:pt x="0" y="182"/>
                    <a:pt x="0" y="168"/>
                  </a:cubicBezTo>
                  <a:cubicBezTo>
                    <a:pt x="1" y="153"/>
                    <a:pt x="0" y="138"/>
                    <a:pt x="1" y="124"/>
                  </a:cubicBezTo>
                  <a:cubicBezTo>
                    <a:pt x="1" y="118"/>
                    <a:pt x="3" y="112"/>
                    <a:pt x="7" y="108"/>
                  </a:cubicBezTo>
                  <a:cubicBezTo>
                    <a:pt x="42" y="72"/>
                    <a:pt x="77" y="36"/>
                    <a:pt x="113" y="0"/>
                  </a:cubicBezTo>
                  <a:cubicBezTo>
                    <a:pt x="115" y="1"/>
                    <a:pt x="117" y="2"/>
                    <a:pt x="119" y="2"/>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grpSp>
      <p:sp>
        <p:nvSpPr>
          <p:cNvPr id="24" name="TextBox 23">
            <a:extLst>
              <a:ext uri="{FF2B5EF4-FFF2-40B4-BE49-F238E27FC236}">
                <a16:creationId xmlns:a16="http://schemas.microsoft.com/office/drawing/2014/main" id="{E4F59248-E7B4-9A1A-08D5-6959024690BE}"/>
              </a:ext>
            </a:extLst>
          </p:cNvPr>
          <p:cNvSpPr txBox="1"/>
          <p:nvPr/>
        </p:nvSpPr>
        <p:spPr>
          <a:xfrm>
            <a:off x="5483225" y="2155825"/>
            <a:ext cx="2479675" cy="260350"/>
          </a:xfrm>
          <a:prstGeom prst="rect">
            <a:avLst/>
          </a:prstGeom>
          <a:noFill/>
        </p:spPr>
        <p:txBody>
          <a:bodyPr lIns="65968" tIns="32984" rIns="65968" bIns="32984">
            <a:spAutoFit/>
          </a:bodyPr>
          <a:lstStyle/>
          <a:p>
            <a:pPr algn="r">
              <a:lnSpc>
                <a:spcPts val="1516"/>
              </a:lnSpc>
              <a:defRPr/>
            </a:pPr>
            <a:r>
              <a:rPr lang="en-US" sz="1154" dirty="0">
                <a:solidFill>
                  <a:schemeClr val="bg1"/>
                </a:solidFill>
                <a:ea typeface="+mn-ea"/>
                <a:cs typeface="Arial" panose="020B0604020202020204" pitchFamily="34" charset="0"/>
              </a:rPr>
              <a:t>In </a:t>
            </a:r>
            <a:r>
              <a:rPr lang="en-US" sz="2309" b="1" dirty="0">
                <a:solidFill>
                  <a:schemeClr val="bg1"/>
                </a:solidFill>
                <a:ea typeface="+mn-ea"/>
                <a:cs typeface="Arial" panose="020B0604020202020204" pitchFamily="34" charset="0"/>
              </a:rPr>
              <a:t>95+</a:t>
            </a:r>
            <a:r>
              <a:rPr lang="en-US" sz="1154" dirty="0">
                <a:solidFill>
                  <a:schemeClr val="bg1"/>
                </a:solidFill>
                <a:ea typeface="+mn-ea"/>
                <a:cs typeface="Arial" panose="020B0604020202020204" pitchFamily="34" charset="0"/>
              </a:rPr>
              <a:t> Countries</a:t>
            </a:r>
          </a:p>
        </p:txBody>
      </p:sp>
      <p:sp>
        <p:nvSpPr>
          <p:cNvPr id="25" name="Freeform 11">
            <a:extLst>
              <a:ext uri="{FF2B5EF4-FFF2-40B4-BE49-F238E27FC236}">
                <a16:creationId xmlns:a16="http://schemas.microsoft.com/office/drawing/2014/main" id="{A5D71E34-9484-207A-D400-994967F70BD0}"/>
              </a:ext>
            </a:extLst>
          </p:cNvPr>
          <p:cNvSpPr>
            <a:spLocks noEditPoints="1"/>
          </p:cNvSpPr>
          <p:nvPr/>
        </p:nvSpPr>
        <p:spPr bwMode="auto">
          <a:xfrm>
            <a:off x="7432675" y="1639888"/>
            <a:ext cx="388938" cy="601662"/>
          </a:xfrm>
          <a:custGeom>
            <a:avLst/>
            <a:gdLst>
              <a:gd name="T0" fmla="*/ 604 w 1280"/>
              <a:gd name="T1" fmla="*/ 0 h 1978"/>
              <a:gd name="T2" fmla="*/ 676 w 1280"/>
              <a:gd name="T3" fmla="*/ 0 h 1978"/>
              <a:gd name="T4" fmla="*/ 755 w 1280"/>
              <a:gd name="T5" fmla="*/ 12 h 1978"/>
              <a:gd name="T6" fmla="*/ 1264 w 1280"/>
              <a:gd name="T7" fmla="*/ 504 h 1978"/>
              <a:gd name="T8" fmla="*/ 1280 w 1280"/>
              <a:gd name="T9" fmla="*/ 604 h 1978"/>
              <a:gd name="T10" fmla="*/ 1280 w 1280"/>
              <a:gd name="T11" fmla="*/ 676 h 1978"/>
              <a:gd name="T12" fmla="*/ 1276 w 1280"/>
              <a:gd name="T13" fmla="*/ 691 h 1978"/>
              <a:gd name="T14" fmla="*/ 1095 w 1280"/>
              <a:gd name="T15" fmla="*/ 1088 h 1978"/>
              <a:gd name="T16" fmla="*/ 830 w 1280"/>
              <a:gd name="T17" fmla="*/ 1435 h 1978"/>
              <a:gd name="T18" fmla="*/ 649 w 1280"/>
              <a:gd name="T19" fmla="*/ 1908 h 1978"/>
              <a:gd name="T20" fmla="*/ 641 w 1280"/>
              <a:gd name="T21" fmla="*/ 1978 h 1978"/>
              <a:gd name="T22" fmla="*/ 636 w 1280"/>
              <a:gd name="T23" fmla="*/ 1950 h 1978"/>
              <a:gd name="T24" fmla="*/ 509 w 1280"/>
              <a:gd name="T25" fmla="*/ 1544 h 1978"/>
              <a:gd name="T26" fmla="*/ 176 w 1280"/>
              <a:gd name="T27" fmla="*/ 1078 h 1978"/>
              <a:gd name="T28" fmla="*/ 16 w 1280"/>
              <a:gd name="T29" fmla="*/ 776 h 1978"/>
              <a:gd name="T30" fmla="*/ 0 w 1280"/>
              <a:gd name="T31" fmla="*/ 676 h 1978"/>
              <a:gd name="T32" fmla="*/ 0 w 1280"/>
              <a:gd name="T33" fmla="*/ 604 h 1978"/>
              <a:gd name="T34" fmla="*/ 12 w 1280"/>
              <a:gd name="T35" fmla="*/ 523 h 1978"/>
              <a:gd name="T36" fmla="*/ 500 w 1280"/>
              <a:gd name="T37" fmla="*/ 17 h 1978"/>
              <a:gd name="T38" fmla="*/ 604 w 1280"/>
              <a:gd name="T39" fmla="*/ 0 h 1978"/>
              <a:gd name="T40" fmla="*/ 639 w 1280"/>
              <a:gd name="T41" fmla="*/ 897 h 1978"/>
              <a:gd name="T42" fmla="*/ 897 w 1280"/>
              <a:gd name="T43" fmla="*/ 643 h 1978"/>
              <a:gd name="T44" fmla="*/ 643 w 1280"/>
              <a:gd name="T45" fmla="*/ 383 h 1978"/>
              <a:gd name="T46" fmla="*/ 383 w 1280"/>
              <a:gd name="T47" fmla="*/ 642 h 1978"/>
              <a:gd name="T48" fmla="*/ 639 w 1280"/>
              <a:gd name="T49" fmla="*/ 897 h 1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0" h="1978">
                <a:moveTo>
                  <a:pt x="604" y="0"/>
                </a:moveTo>
                <a:cubicBezTo>
                  <a:pt x="628" y="0"/>
                  <a:pt x="652" y="0"/>
                  <a:pt x="676" y="0"/>
                </a:cubicBezTo>
                <a:cubicBezTo>
                  <a:pt x="702" y="4"/>
                  <a:pt x="728" y="8"/>
                  <a:pt x="755" y="12"/>
                </a:cubicBezTo>
                <a:cubicBezTo>
                  <a:pt x="1006" y="56"/>
                  <a:pt x="1211" y="254"/>
                  <a:pt x="1264" y="504"/>
                </a:cubicBezTo>
                <a:cubicBezTo>
                  <a:pt x="1270" y="537"/>
                  <a:pt x="1275" y="571"/>
                  <a:pt x="1280" y="604"/>
                </a:cubicBezTo>
                <a:cubicBezTo>
                  <a:pt x="1280" y="628"/>
                  <a:pt x="1280" y="652"/>
                  <a:pt x="1280" y="676"/>
                </a:cubicBezTo>
                <a:cubicBezTo>
                  <a:pt x="1279" y="681"/>
                  <a:pt x="1277" y="686"/>
                  <a:pt x="1276" y="691"/>
                </a:cubicBezTo>
                <a:cubicBezTo>
                  <a:pt x="1263" y="845"/>
                  <a:pt x="1202" y="977"/>
                  <a:pt x="1095" y="1088"/>
                </a:cubicBezTo>
                <a:cubicBezTo>
                  <a:pt x="993" y="1193"/>
                  <a:pt x="905" y="1309"/>
                  <a:pt x="830" y="1435"/>
                </a:cubicBezTo>
                <a:cubicBezTo>
                  <a:pt x="742" y="1582"/>
                  <a:pt x="676" y="1738"/>
                  <a:pt x="649" y="1908"/>
                </a:cubicBezTo>
                <a:cubicBezTo>
                  <a:pt x="646" y="1931"/>
                  <a:pt x="644" y="1954"/>
                  <a:pt x="641" y="1978"/>
                </a:cubicBezTo>
                <a:cubicBezTo>
                  <a:pt x="637" y="1968"/>
                  <a:pt x="637" y="1959"/>
                  <a:pt x="636" y="1950"/>
                </a:cubicBezTo>
                <a:cubicBezTo>
                  <a:pt x="619" y="1807"/>
                  <a:pt x="574" y="1672"/>
                  <a:pt x="509" y="1544"/>
                </a:cubicBezTo>
                <a:cubicBezTo>
                  <a:pt x="423" y="1371"/>
                  <a:pt x="310" y="1217"/>
                  <a:pt x="176" y="1078"/>
                </a:cubicBezTo>
                <a:cubicBezTo>
                  <a:pt x="94" y="993"/>
                  <a:pt x="41" y="892"/>
                  <a:pt x="16" y="776"/>
                </a:cubicBezTo>
                <a:cubicBezTo>
                  <a:pt x="9" y="743"/>
                  <a:pt x="5" y="709"/>
                  <a:pt x="0" y="676"/>
                </a:cubicBezTo>
                <a:cubicBezTo>
                  <a:pt x="0" y="652"/>
                  <a:pt x="0" y="628"/>
                  <a:pt x="0" y="604"/>
                </a:cubicBezTo>
                <a:cubicBezTo>
                  <a:pt x="4" y="577"/>
                  <a:pt x="8" y="550"/>
                  <a:pt x="12" y="523"/>
                </a:cubicBezTo>
                <a:cubicBezTo>
                  <a:pt x="54" y="278"/>
                  <a:pt x="256" y="68"/>
                  <a:pt x="500" y="17"/>
                </a:cubicBezTo>
                <a:cubicBezTo>
                  <a:pt x="534" y="10"/>
                  <a:pt x="569" y="6"/>
                  <a:pt x="604" y="0"/>
                </a:cubicBezTo>
                <a:close/>
                <a:moveTo>
                  <a:pt x="639" y="897"/>
                </a:moveTo>
                <a:cubicBezTo>
                  <a:pt x="781" y="897"/>
                  <a:pt x="896" y="784"/>
                  <a:pt x="897" y="643"/>
                </a:cubicBezTo>
                <a:cubicBezTo>
                  <a:pt x="897" y="500"/>
                  <a:pt x="784" y="384"/>
                  <a:pt x="643" y="383"/>
                </a:cubicBezTo>
                <a:cubicBezTo>
                  <a:pt x="498" y="383"/>
                  <a:pt x="383" y="497"/>
                  <a:pt x="383" y="642"/>
                </a:cubicBezTo>
                <a:cubicBezTo>
                  <a:pt x="383" y="782"/>
                  <a:pt x="498" y="897"/>
                  <a:pt x="639" y="897"/>
                </a:cubicBezTo>
                <a:close/>
              </a:path>
            </a:pathLst>
          </a:custGeom>
          <a:solidFill>
            <a:srgbClr val="E31837"/>
          </a:solidFill>
          <a:ln>
            <a:noFill/>
          </a:ln>
        </p:spPr>
        <p:txBody>
          <a:bodyPr lIns="65968" tIns="32984" rIns="65968" bIns="32984"/>
          <a:lstStyle/>
          <a:p>
            <a:pPr>
              <a:defRPr/>
            </a:pPr>
            <a:endParaRPr lang="en-US" sz="2771">
              <a:ea typeface="+mn-ea"/>
              <a:cs typeface="Arial" panose="020B0604020202020204" pitchFamily="34" charset="0"/>
            </a:endParaRPr>
          </a:p>
        </p:txBody>
      </p:sp>
      <p:sp>
        <p:nvSpPr>
          <p:cNvPr id="26" name="TextBox 25">
            <a:extLst>
              <a:ext uri="{FF2B5EF4-FFF2-40B4-BE49-F238E27FC236}">
                <a16:creationId xmlns:a16="http://schemas.microsoft.com/office/drawing/2014/main" id="{76A1CC57-2AA4-95C3-4994-4F49158D0276}"/>
              </a:ext>
            </a:extLst>
          </p:cNvPr>
          <p:cNvSpPr txBox="1"/>
          <p:nvPr/>
        </p:nvSpPr>
        <p:spPr>
          <a:xfrm>
            <a:off x="4610100" y="3316288"/>
            <a:ext cx="2092325" cy="246062"/>
          </a:xfrm>
          <a:prstGeom prst="rect">
            <a:avLst/>
          </a:prstGeom>
          <a:noFill/>
        </p:spPr>
        <p:txBody>
          <a:bodyPr lIns="65968" tIns="32984" rIns="65968" bIns="32984">
            <a:spAutoFit/>
          </a:bodyPr>
          <a:lstStyle/>
          <a:p>
            <a:pPr>
              <a:lnSpc>
                <a:spcPts val="1445"/>
              </a:lnSpc>
              <a:defRPr/>
            </a:pPr>
            <a:r>
              <a:rPr lang="en-US" sz="2309" b="1" dirty="0">
                <a:solidFill>
                  <a:schemeClr val="bg1"/>
                </a:solidFill>
                <a:ea typeface="+mn-ea"/>
                <a:cs typeface="Arial" panose="020B0604020202020204" pitchFamily="34" charset="0"/>
              </a:rPr>
              <a:t>       130+</a:t>
            </a:r>
            <a:endParaRPr lang="en-US" sz="2771" dirty="0">
              <a:solidFill>
                <a:schemeClr val="bg1"/>
              </a:solidFill>
              <a:ea typeface="+mn-ea"/>
              <a:cs typeface="Arial" panose="020B0604020202020204" pitchFamily="34" charset="0"/>
            </a:endParaRPr>
          </a:p>
        </p:txBody>
      </p:sp>
      <p:grpSp>
        <p:nvGrpSpPr>
          <p:cNvPr id="27" name="Group 26">
            <a:extLst>
              <a:ext uri="{FF2B5EF4-FFF2-40B4-BE49-F238E27FC236}">
                <a16:creationId xmlns:a16="http://schemas.microsoft.com/office/drawing/2014/main" id="{198C06B9-22D1-D8F5-D48B-070A6CA0BB0D}"/>
              </a:ext>
            </a:extLst>
          </p:cNvPr>
          <p:cNvGrpSpPr/>
          <p:nvPr/>
        </p:nvGrpSpPr>
        <p:grpSpPr>
          <a:xfrm>
            <a:off x="4826616" y="3006161"/>
            <a:ext cx="625395" cy="577094"/>
            <a:chOff x="3597275" y="4630738"/>
            <a:chExt cx="630238" cy="581025"/>
          </a:xfrm>
          <a:solidFill>
            <a:schemeClr val="bg1"/>
          </a:solidFill>
        </p:grpSpPr>
        <p:sp>
          <p:nvSpPr>
            <p:cNvPr id="28" name="Freeform 25">
              <a:extLst>
                <a:ext uri="{FF2B5EF4-FFF2-40B4-BE49-F238E27FC236}">
                  <a16:creationId xmlns:a16="http://schemas.microsoft.com/office/drawing/2014/main" id="{987B7352-2D43-CC62-6449-16D5BA9D4EC7}"/>
                </a:ext>
              </a:extLst>
            </p:cNvPr>
            <p:cNvSpPr>
              <a:spLocks/>
            </p:cNvSpPr>
            <p:nvPr/>
          </p:nvSpPr>
          <p:spPr bwMode="auto">
            <a:xfrm>
              <a:off x="3597275" y="4935538"/>
              <a:ext cx="195263" cy="196850"/>
            </a:xfrm>
            <a:custGeom>
              <a:avLst/>
              <a:gdLst>
                <a:gd name="T0" fmla="*/ 0 w 633"/>
                <a:gd name="T1" fmla="*/ 265 h 642"/>
                <a:gd name="T2" fmla="*/ 37 w 633"/>
                <a:gd name="T3" fmla="*/ 164 h 642"/>
                <a:gd name="T4" fmla="*/ 248 w 633"/>
                <a:gd name="T5" fmla="*/ 10 h 642"/>
                <a:gd name="T6" fmla="*/ 389 w 633"/>
                <a:gd name="T7" fmla="*/ 1 h 642"/>
                <a:gd name="T8" fmla="*/ 539 w 633"/>
                <a:gd name="T9" fmla="*/ 1 h 642"/>
                <a:gd name="T10" fmla="*/ 633 w 633"/>
                <a:gd name="T11" fmla="*/ 213 h 642"/>
                <a:gd name="T12" fmla="*/ 421 w 633"/>
                <a:gd name="T13" fmla="*/ 377 h 642"/>
                <a:gd name="T14" fmla="*/ 369 w 633"/>
                <a:gd name="T15" fmla="*/ 642 h 642"/>
                <a:gd name="T16" fmla="*/ 267 w 633"/>
                <a:gd name="T17" fmla="*/ 632 h 642"/>
                <a:gd name="T18" fmla="*/ 125 w 633"/>
                <a:gd name="T19" fmla="*/ 605 h 642"/>
                <a:gd name="T20" fmla="*/ 12 w 633"/>
                <a:gd name="T21" fmla="*/ 575 h 642"/>
                <a:gd name="T22" fmla="*/ 0 w 633"/>
                <a:gd name="T23" fmla="*/ 573 h 642"/>
                <a:gd name="T24" fmla="*/ 0 w 633"/>
                <a:gd name="T25" fmla="*/ 265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3" h="642">
                  <a:moveTo>
                    <a:pt x="0" y="265"/>
                  </a:moveTo>
                  <a:cubicBezTo>
                    <a:pt x="12" y="231"/>
                    <a:pt x="20" y="195"/>
                    <a:pt x="37" y="164"/>
                  </a:cubicBezTo>
                  <a:cubicBezTo>
                    <a:pt x="83" y="80"/>
                    <a:pt x="153" y="25"/>
                    <a:pt x="248" y="10"/>
                  </a:cubicBezTo>
                  <a:cubicBezTo>
                    <a:pt x="294" y="2"/>
                    <a:pt x="342" y="3"/>
                    <a:pt x="389" y="1"/>
                  </a:cubicBezTo>
                  <a:cubicBezTo>
                    <a:pt x="438" y="0"/>
                    <a:pt x="488" y="1"/>
                    <a:pt x="539" y="1"/>
                  </a:cubicBezTo>
                  <a:cubicBezTo>
                    <a:pt x="543" y="84"/>
                    <a:pt x="574" y="153"/>
                    <a:pt x="633" y="213"/>
                  </a:cubicBezTo>
                  <a:cubicBezTo>
                    <a:pt x="542" y="242"/>
                    <a:pt x="471" y="296"/>
                    <a:pt x="421" y="377"/>
                  </a:cubicBezTo>
                  <a:cubicBezTo>
                    <a:pt x="371" y="458"/>
                    <a:pt x="364" y="547"/>
                    <a:pt x="369" y="642"/>
                  </a:cubicBezTo>
                  <a:cubicBezTo>
                    <a:pt x="333" y="639"/>
                    <a:pt x="300" y="637"/>
                    <a:pt x="267" y="632"/>
                  </a:cubicBezTo>
                  <a:cubicBezTo>
                    <a:pt x="219" y="624"/>
                    <a:pt x="172" y="615"/>
                    <a:pt x="125" y="605"/>
                  </a:cubicBezTo>
                  <a:cubicBezTo>
                    <a:pt x="87" y="596"/>
                    <a:pt x="49" y="585"/>
                    <a:pt x="12" y="575"/>
                  </a:cubicBezTo>
                  <a:cubicBezTo>
                    <a:pt x="8" y="574"/>
                    <a:pt x="4" y="574"/>
                    <a:pt x="0" y="573"/>
                  </a:cubicBezTo>
                  <a:cubicBezTo>
                    <a:pt x="0" y="470"/>
                    <a:pt x="0" y="368"/>
                    <a:pt x="0" y="265"/>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29" name="Freeform 26">
              <a:extLst>
                <a:ext uri="{FF2B5EF4-FFF2-40B4-BE49-F238E27FC236}">
                  <a16:creationId xmlns:a16="http://schemas.microsoft.com/office/drawing/2014/main" id="{0A798C46-6E5C-2C24-D1A9-670BE4661D81}"/>
                </a:ext>
              </a:extLst>
            </p:cNvPr>
            <p:cNvSpPr>
              <a:spLocks/>
            </p:cNvSpPr>
            <p:nvPr/>
          </p:nvSpPr>
          <p:spPr bwMode="auto">
            <a:xfrm>
              <a:off x="4040188" y="4859338"/>
              <a:ext cx="187325" cy="198437"/>
            </a:xfrm>
            <a:custGeom>
              <a:avLst/>
              <a:gdLst>
                <a:gd name="T0" fmla="*/ 608 w 608"/>
                <a:gd name="T1" fmla="*/ 569 h 644"/>
                <a:gd name="T2" fmla="*/ 460 w 608"/>
                <a:gd name="T3" fmla="*/ 618 h 644"/>
                <a:gd name="T4" fmla="*/ 344 w 608"/>
                <a:gd name="T5" fmla="*/ 637 h 644"/>
                <a:gd name="T6" fmla="*/ 263 w 608"/>
                <a:gd name="T7" fmla="*/ 644 h 644"/>
                <a:gd name="T8" fmla="*/ 0 w 608"/>
                <a:gd name="T9" fmla="*/ 212 h 644"/>
                <a:gd name="T10" fmla="*/ 93 w 608"/>
                <a:gd name="T11" fmla="*/ 1 h 644"/>
                <a:gd name="T12" fmla="*/ 287 w 608"/>
                <a:gd name="T13" fmla="*/ 1 h 644"/>
                <a:gd name="T14" fmla="*/ 442 w 608"/>
                <a:gd name="T15" fmla="*/ 38 h 644"/>
                <a:gd name="T16" fmla="*/ 604 w 608"/>
                <a:gd name="T17" fmla="*/ 261 h 644"/>
                <a:gd name="T18" fmla="*/ 608 w 608"/>
                <a:gd name="T19" fmla="*/ 265 h 644"/>
                <a:gd name="T20" fmla="*/ 608 w 608"/>
                <a:gd name="T21" fmla="*/ 569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8" h="644">
                  <a:moveTo>
                    <a:pt x="608" y="569"/>
                  </a:moveTo>
                  <a:cubicBezTo>
                    <a:pt x="559" y="586"/>
                    <a:pt x="510" y="605"/>
                    <a:pt x="460" y="618"/>
                  </a:cubicBezTo>
                  <a:cubicBezTo>
                    <a:pt x="423" y="628"/>
                    <a:pt x="383" y="632"/>
                    <a:pt x="344" y="637"/>
                  </a:cubicBezTo>
                  <a:cubicBezTo>
                    <a:pt x="318" y="640"/>
                    <a:pt x="292" y="642"/>
                    <a:pt x="263" y="644"/>
                  </a:cubicBezTo>
                  <a:cubicBezTo>
                    <a:pt x="279" y="439"/>
                    <a:pt x="202" y="288"/>
                    <a:pt x="0" y="212"/>
                  </a:cubicBezTo>
                  <a:cubicBezTo>
                    <a:pt x="57" y="153"/>
                    <a:pt x="90" y="84"/>
                    <a:pt x="93" y="1"/>
                  </a:cubicBezTo>
                  <a:cubicBezTo>
                    <a:pt x="158" y="1"/>
                    <a:pt x="223" y="0"/>
                    <a:pt x="287" y="1"/>
                  </a:cubicBezTo>
                  <a:cubicBezTo>
                    <a:pt x="341" y="3"/>
                    <a:pt x="394" y="11"/>
                    <a:pt x="442" y="38"/>
                  </a:cubicBezTo>
                  <a:cubicBezTo>
                    <a:pt x="531" y="86"/>
                    <a:pt x="587" y="160"/>
                    <a:pt x="604" y="261"/>
                  </a:cubicBezTo>
                  <a:cubicBezTo>
                    <a:pt x="605" y="262"/>
                    <a:pt x="607" y="264"/>
                    <a:pt x="608" y="265"/>
                  </a:cubicBezTo>
                  <a:cubicBezTo>
                    <a:pt x="608" y="366"/>
                    <a:pt x="608" y="468"/>
                    <a:pt x="608" y="569"/>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0" name="Freeform 27">
              <a:extLst>
                <a:ext uri="{FF2B5EF4-FFF2-40B4-BE49-F238E27FC236}">
                  <a16:creationId xmlns:a16="http://schemas.microsoft.com/office/drawing/2014/main" id="{427F0C72-4C61-7EB4-ABD8-5A7D253CA673}"/>
                </a:ext>
              </a:extLst>
            </p:cNvPr>
            <p:cNvSpPr>
              <a:spLocks/>
            </p:cNvSpPr>
            <p:nvPr/>
          </p:nvSpPr>
          <p:spPr bwMode="auto">
            <a:xfrm>
              <a:off x="3727450" y="5011738"/>
              <a:ext cx="255588" cy="200025"/>
            </a:xfrm>
            <a:custGeom>
              <a:avLst/>
              <a:gdLst>
                <a:gd name="T0" fmla="*/ 2 w 830"/>
                <a:gd name="T1" fmla="*/ 416 h 647"/>
                <a:gd name="T2" fmla="*/ 2 w 830"/>
                <a:gd name="T3" fmla="*/ 292 h 647"/>
                <a:gd name="T4" fmla="*/ 74 w 830"/>
                <a:gd name="T5" fmla="*/ 112 h 647"/>
                <a:gd name="T6" fmla="*/ 196 w 830"/>
                <a:gd name="T7" fmla="*/ 24 h 647"/>
                <a:gd name="T8" fmla="*/ 289 w 830"/>
                <a:gd name="T9" fmla="*/ 3 h 647"/>
                <a:gd name="T10" fmla="*/ 531 w 830"/>
                <a:gd name="T11" fmla="*/ 2 h 647"/>
                <a:gd name="T12" fmla="*/ 790 w 830"/>
                <a:gd name="T13" fmla="*/ 161 h 647"/>
                <a:gd name="T14" fmla="*/ 830 w 830"/>
                <a:gd name="T15" fmla="*/ 329 h 647"/>
                <a:gd name="T16" fmla="*/ 830 w 830"/>
                <a:gd name="T17" fmla="*/ 549 h 647"/>
                <a:gd name="T18" fmla="*/ 816 w 830"/>
                <a:gd name="T19" fmla="*/ 571 h 647"/>
                <a:gd name="T20" fmla="*/ 629 w 830"/>
                <a:gd name="T21" fmla="*/ 626 h 647"/>
                <a:gd name="T22" fmla="*/ 401 w 830"/>
                <a:gd name="T23" fmla="*/ 641 h 647"/>
                <a:gd name="T24" fmla="*/ 163 w 830"/>
                <a:gd name="T25" fmla="*/ 612 h 647"/>
                <a:gd name="T26" fmla="*/ 27 w 830"/>
                <a:gd name="T27" fmla="*/ 578 h 647"/>
                <a:gd name="T28" fmla="*/ 1 w 830"/>
                <a:gd name="T29" fmla="*/ 546 h 647"/>
                <a:gd name="T30" fmla="*/ 2 w 830"/>
                <a:gd name="T31" fmla="*/ 416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30" h="647">
                  <a:moveTo>
                    <a:pt x="2" y="416"/>
                  </a:moveTo>
                  <a:cubicBezTo>
                    <a:pt x="2" y="375"/>
                    <a:pt x="1" y="334"/>
                    <a:pt x="2" y="292"/>
                  </a:cubicBezTo>
                  <a:cubicBezTo>
                    <a:pt x="5" y="224"/>
                    <a:pt x="29" y="164"/>
                    <a:pt x="74" y="112"/>
                  </a:cubicBezTo>
                  <a:cubicBezTo>
                    <a:pt x="107" y="72"/>
                    <a:pt x="147" y="41"/>
                    <a:pt x="196" y="24"/>
                  </a:cubicBezTo>
                  <a:cubicBezTo>
                    <a:pt x="226" y="13"/>
                    <a:pt x="258" y="4"/>
                    <a:pt x="289" y="3"/>
                  </a:cubicBezTo>
                  <a:cubicBezTo>
                    <a:pt x="370" y="0"/>
                    <a:pt x="450" y="0"/>
                    <a:pt x="531" y="2"/>
                  </a:cubicBezTo>
                  <a:cubicBezTo>
                    <a:pt x="647" y="6"/>
                    <a:pt x="732" y="62"/>
                    <a:pt x="790" y="161"/>
                  </a:cubicBezTo>
                  <a:cubicBezTo>
                    <a:pt x="820" y="213"/>
                    <a:pt x="830" y="270"/>
                    <a:pt x="830" y="329"/>
                  </a:cubicBezTo>
                  <a:cubicBezTo>
                    <a:pt x="830" y="402"/>
                    <a:pt x="830" y="476"/>
                    <a:pt x="830" y="549"/>
                  </a:cubicBezTo>
                  <a:cubicBezTo>
                    <a:pt x="830" y="561"/>
                    <a:pt x="827" y="566"/>
                    <a:pt x="816" y="571"/>
                  </a:cubicBezTo>
                  <a:cubicBezTo>
                    <a:pt x="757" y="599"/>
                    <a:pt x="694" y="615"/>
                    <a:pt x="629" y="626"/>
                  </a:cubicBezTo>
                  <a:cubicBezTo>
                    <a:pt x="554" y="640"/>
                    <a:pt x="477" y="647"/>
                    <a:pt x="401" y="641"/>
                  </a:cubicBezTo>
                  <a:cubicBezTo>
                    <a:pt x="321" y="635"/>
                    <a:pt x="242" y="624"/>
                    <a:pt x="163" y="612"/>
                  </a:cubicBezTo>
                  <a:cubicBezTo>
                    <a:pt x="117" y="604"/>
                    <a:pt x="72" y="589"/>
                    <a:pt x="27" y="578"/>
                  </a:cubicBezTo>
                  <a:cubicBezTo>
                    <a:pt x="10" y="574"/>
                    <a:pt x="0" y="567"/>
                    <a:pt x="1" y="546"/>
                  </a:cubicBezTo>
                  <a:cubicBezTo>
                    <a:pt x="4" y="503"/>
                    <a:pt x="2" y="460"/>
                    <a:pt x="2" y="416"/>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1" name="Freeform 28">
              <a:extLst>
                <a:ext uri="{FF2B5EF4-FFF2-40B4-BE49-F238E27FC236}">
                  <a16:creationId xmlns:a16="http://schemas.microsoft.com/office/drawing/2014/main" id="{D3781500-3DFA-00BA-70AC-22182035AD71}"/>
                </a:ext>
              </a:extLst>
            </p:cNvPr>
            <p:cNvSpPr>
              <a:spLocks/>
            </p:cNvSpPr>
            <p:nvPr/>
          </p:nvSpPr>
          <p:spPr bwMode="auto">
            <a:xfrm>
              <a:off x="3919538" y="4935538"/>
              <a:ext cx="187325" cy="198437"/>
            </a:xfrm>
            <a:custGeom>
              <a:avLst/>
              <a:gdLst>
                <a:gd name="T0" fmla="*/ 255 w 607"/>
                <a:gd name="T1" fmla="*/ 645 h 645"/>
                <a:gd name="T2" fmla="*/ 0 w 607"/>
                <a:gd name="T3" fmla="*/ 212 h 645"/>
                <a:gd name="T4" fmla="*/ 61 w 607"/>
                <a:gd name="T5" fmla="*/ 113 h 645"/>
                <a:gd name="T6" fmla="*/ 92 w 607"/>
                <a:gd name="T7" fmla="*/ 0 h 645"/>
                <a:gd name="T8" fmla="*/ 250 w 607"/>
                <a:gd name="T9" fmla="*/ 0 h 645"/>
                <a:gd name="T10" fmla="*/ 394 w 607"/>
                <a:gd name="T11" fmla="*/ 18 h 645"/>
                <a:gd name="T12" fmla="*/ 588 w 607"/>
                <a:gd name="T13" fmla="*/ 216 h 645"/>
                <a:gd name="T14" fmla="*/ 604 w 607"/>
                <a:gd name="T15" fmla="*/ 318 h 645"/>
                <a:gd name="T16" fmla="*/ 605 w 607"/>
                <a:gd name="T17" fmla="*/ 546 h 645"/>
                <a:gd name="T18" fmla="*/ 588 w 607"/>
                <a:gd name="T19" fmla="*/ 573 h 645"/>
                <a:gd name="T20" fmla="*/ 421 w 607"/>
                <a:gd name="T21" fmla="*/ 624 h 645"/>
                <a:gd name="T22" fmla="*/ 255 w 607"/>
                <a:gd name="T23" fmla="*/ 645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7" h="645">
                  <a:moveTo>
                    <a:pt x="255" y="645"/>
                  </a:moveTo>
                  <a:cubicBezTo>
                    <a:pt x="275" y="432"/>
                    <a:pt x="192" y="287"/>
                    <a:pt x="0" y="212"/>
                  </a:cubicBezTo>
                  <a:cubicBezTo>
                    <a:pt x="21" y="178"/>
                    <a:pt x="45" y="148"/>
                    <a:pt x="61" y="113"/>
                  </a:cubicBezTo>
                  <a:cubicBezTo>
                    <a:pt x="76" y="79"/>
                    <a:pt x="82" y="40"/>
                    <a:pt x="92" y="0"/>
                  </a:cubicBezTo>
                  <a:cubicBezTo>
                    <a:pt x="141" y="0"/>
                    <a:pt x="196" y="0"/>
                    <a:pt x="250" y="0"/>
                  </a:cubicBezTo>
                  <a:cubicBezTo>
                    <a:pt x="299" y="0"/>
                    <a:pt x="347" y="2"/>
                    <a:pt x="394" y="18"/>
                  </a:cubicBezTo>
                  <a:cubicBezTo>
                    <a:pt x="491" y="53"/>
                    <a:pt x="556" y="119"/>
                    <a:pt x="588" y="216"/>
                  </a:cubicBezTo>
                  <a:cubicBezTo>
                    <a:pt x="598" y="248"/>
                    <a:pt x="603" y="284"/>
                    <a:pt x="604" y="318"/>
                  </a:cubicBezTo>
                  <a:cubicBezTo>
                    <a:pt x="607" y="394"/>
                    <a:pt x="605" y="470"/>
                    <a:pt x="605" y="546"/>
                  </a:cubicBezTo>
                  <a:cubicBezTo>
                    <a:pt x="605" y="560"/>
                    <a:pt x="601" y="567"/>
                    <a:pt x="588" y="573"/>
                  </a:cubicBezTo>
                  <a:cubicBezTo>
                    <a:pt x="535" y="598"/>
                    <a:pt x="478" y="614"/>
                    <a:pt x="421" y="624"/>
                  </a:cubicBezTo>
                  <a:cubicBezTo>
                    <a:pt x="368" y="633"/>
                    <a:pt x="314" y="637"/>
                    <a:pt x="255" y="645"/>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2" name="Freeform 29">
              <a:extLst>
                <a:ext uri="{FF2B5EF4-FFF2-40B4-BE49-F238E27FC236}">
                  <a16:creationId xmlns:a16="http://schemas.microsoft.com/office/drawing/2014/main" id="{ABC04227-E42F-3DC1-2FCD-87B03722D8B8}"/>
                </a:ext>
              </a:extLst>
            </p:cNvPr>
            <p:cNvSpPr>
              <a:spLocks/>
            </p:cNvSpPr>
            <p:nvPr/>
          </p:nvSpPr>
          <p:spPr bwMode="auto">
            <a:xfrm>
              <a:off x="3768725" y="4630738"/>
              <a:ext cx="165100" cy="165100"/>
            </a:xfrm>
            <a:custGeom>
              <a:avLst/>
              <a:gdLst>
                <a:gd name="T0" fmla="*/ 532 w 536"/>
                <a:gd name="T1" fmla="*/ 267 h 539"/>
                <a:gd name="T2" fmla="*/ 256 w 536"/>
                <a:gd name="T3" fmla="*/ 531 h 539"/>
                <a:gd name="T4" fmla="*/ 4 w 536"/>
                <a:gd name="T5" fmla="*/ 258 h 539"/>
                <a:gd name="T6" fmla="*/ 275 w 536"/>
                <a:gd name="T7" fmla="*/ 3 h 539"/>
                <a:gd name="T8" fmla="*/ 532 w 536"/>
                <a:gd name="T9" fmla="*/ 267 h 539"/>
              </a:gdLst>
              <a:ahLst/>
              <a:cxnLst>
                <a:cxn ang="0">
                  <a:pos x="T0" y="T1"/>
                </a:cxn>
                <a:cxn ang="0">
                  <a:pos x="T2" y="T3"/>
                </a:cxn>
                <a:cxn ang="0">
                  <a:pos x="T4" y="T5"/>
                </a:cxn>
                <a:cxn ang="0">
                  <a:pos x="T6" y="T7"/>
                </a:cxn>
                <a:cxn ang="0">
                  <a:pos x="T8" y="T9"/>
                </a:cxn>
              </a:cxnLst>
              <a:rect l="0" t="0" r="r" b="b"/>
              <a:pathLst>
                <a:path w="536" h="539">
                  <a:moveTo>
                    <a:pt x="532" y="267"/>
                  </a:moveTo>
                  <a:cubicBezTo>
                    <a:pt x="536" y="408"/>
                    <a:pt x="414" y="539"/>
                    <a:pt x="256" y="531"/>
                  </a:cubicBezTo>
                  <a:cubicBezTo>
                    <a:pt x="123" y="525"/>
                    <a:pt x="0" y="416"/>
                    <a:pt x="4" y="258"/>
                  </a:cubicBezTo>
                  <a:cubicBezTo>
                    <a:pt x="8" y="122"/>
                    <a:pt x="119" y="0"/>
                    <a:pt x="275" y="3"/>
                  </a:cubicBezTo>
                  <a:cubicBezTo>
                    <a:pt x="414" y="5"/>
                    <a:pt x="535" y="122"/>
                    <a:pt x="532" y="267"/>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3" name="Freeform 30">
              <a:extLst>
                <a:ext uri="{FF2B5EF4-FFF2-40B4-BE49-F238E27FC236}">
                  <a16:creationId xmlns:a16="http://schemas.microsoft.com/office/drawing/2014/main" id="{E1D0440C-7457-3A22-DA92-AD7ED8BB3A3D}"/>
                </a:ext>
              </a:extLst>
            </p:cNvPr>
            <p:cNvSpPr>
              <a:spLocks/>
            </p:cNvSpPr>
            <p:nvPr/>
          </p:nvSpPr>
          <p:spPr bwMode="auto">
            <a:xfrm>
              <a:off x="3779838" y="4857750"/>
              <a:ext cx="152400" cy="150812"/>
            </a:xfrm>
            <a:custGeom>
              <a:avLst/>
              <a:gdLst>
                <a:gd name="T0" fmla="*/ 245 w 495"/>
                <a:gd name="T1" fmla="*/ 6 h 494"/>
                <a:gd name="T2" fmla="*/ 489 w 495"/>
                <a:gd name="T3" fmla="*/ 257 h 494"/>
                <a:gd name="T4" fmla="*/ 245 w 495"/>
                <a:gd name="T5" fmla="*/ 492 h 494"/>
                <a:gd name="T6" fmla="*/ 2 w 495"/>
                <a:gd name="T7" fmla="*/ 248 h 494"/>
                <a:gd name="T8" fmla="*/ 245 w 495"/>
                <a:gd name="T9" fmla="*/ 6 h 494"/>
              </a:gdLst>
              <a:ahLst/>
              <a:cxnLst>
                <a:cxn ang="0">
                  <a:pos x="T0" y="T1"/>
                </a:cxn>
                <a:cxn ang="0">
                  <a:pos x="T2" y="T3"/>
                </a:cxn>
                <a:cxn ang="0">
                  <a:pos x="T4" y="T5"/>
                </a:cxn>
                <a:cxn ang="0">
                  <a:pos x="T6" y="T7"/>
                </a:cxn>
                <a:cxn ang="0">
                  <a:pos x="T8" y="T9"/>
                </a:cxn>
              </a:cxnLst>
              <a:rect l="0" t="0" r="r" b="b"/>
              <a:pathLst>
                <a:path w="495" h="494">
                  <a:moveTo>
                    <a:pt x="245" y="6"/>
                  </a:moveTo>
                  <a:cubicBezTo>
                    <a:pt x="376" y="0"/>
                    <a:pt x="495" y="116"/>
                    <a:pt x="489" y="257"/>
                  </a:cubicBezTo>
                  <a:cubicBezTo>
                    <a:pt x="483" y="390"/>
                    <a:pt x="382" y="494"/>
                    <a:pt x="245" y="492"/>
                  </a:cubicBezTo>
                  <a:cubicBezTo>
                    <a:pt x="104" y="490"/>
                    <a:pt x="3" y="387"/>
                    <a:pt x="2" y="248"/>
                  </a:cubicBezTo>
                  <a:cubicBezTo>
                    <a:pt x="0" y="113"/>
                    <a:pt x="110" y="3"/>
                    <a:pt x="245" y="6"/>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4" name="Freeform 31">
              <a:extLst>
                <a:ext uri="{FF2B5EF4-FFF2-40B4-BE49-F238E27FC236}">
                  <a16:creationId xmlns:a16="http://schemas.microsoft.com/office/drawing/2014/main" id="{1B92B017-5F25-BFE7-400A-9CCC0FE19BFC}"/>
                </a:ext>
              </a:extLst>
            </p:cNvPr>
            <p:cNvSpPr>
              <a:spLocks/>
            </p:cNvSpPr>
            <p:nvPr/>
          </p:nvSpPr>
          <p:spPr bwMode="auto">
            <a:xfrm>
              <a:off x="3643313" y="4779963"/>
              <a:ext cx="157163" cy="152400"/>
            </a:xfrm>
            <a:custGeom>
              <a:avLst/>
              <a:gdLst>
                <a:gd name="T0" fmla="*/ 270 w 508"/>
                <a:gd name="T1" fmla="*/ 495 h 495"/>
                <a:gd name="T2" fmla="*/ 49 w 508"/>
                <a:gd name="T3" fmla="*/ 370 h 495"/>
                <a:gd name="T4" fmla="*/ 77 w 508"/>
                <a:gd name="T5" fmla="*/ 93 h 495"/>
                <a:gd name="T6" fmla="*/ 280 w 508"/>
                <a:gd name="T7" fmla="*/ 7 h 495"/>
                <a:gd name="T8" fmla="*/ 494 w 508"/>
                <a:gd name="T9" fmla="*/ 174 h 495"/>
                <a:gd name="T10" fmla="*/ 506 w 508"/>
                <a:gd name="T11" fmla="*/ 225 h 495"/>
                <a:gd name="T12" fmla="*/ 486 w 508"/>
                <a:gd name="T13" fmla="*/ 285 h 495"/>
                <a:gd name="T14" fmla="*/ 403 w 508"/>
                <a:gd name="T15" fmla="*/ 420 h 495"/>
                <a:gd name="T16" fmla="*/ 311 w 508"/>
                <a:gd name="T17" fmla="*/ 490 h 495"/>
                <a:gd name="T18" fmla="*/ 270 w 508"/>
                <a:gd name="T19" fmla="*/ 495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8" h="495">
                  <a:moveTo>
                    <a:pt x="270" y="495"/>
                  </a:moveTo>
                  <a:cubicBezTo>
                    <a:pt x="169" y="493"/>
                    <a:pt x="95" y="452"/>
                    <a:pt x="49" y="370"/>
                  </a:cubicBezTo>
                  <a:cubicBezTo>
                    <a:pt x="0" y="279"/>
                    <a:pt x="7" y="175"/>
                    <a:pt x="77" y="93"/>
                  </a:cubicBezTo>
                  <a:cubicBezTo>
                    <a:pt x="130" y="30"/>
                    <a:pt x="199" y="0"/>
                    <a:pt x="280" y="7"/>
                  </a:cubicBezTo>
                  <a:cubicBezTo>
                    <a:pt x="380" y="16"/>
                    <a:pt x="457" y="70"/>
                    <a:pt x="494" y="174"/>
                  </a:cubicBezTo>
                  <a:cubicBezTo>
                    <a:pt x="499" y="190"/>
                    <a:pt x="503" y="208"/>
                    <a:pt x="506" y="225"/>
                  </a:cubicBezTo>
                  <a:cubicBezTo>
                    <a:pt x="508" y="247"/>
                    <a:pt x="507" y="268"/>
                    <a:pt x="486" y="285"/>
                  </a:cubicBezTo>
                  <a:cubicBezTo>
                    <a:pt x="444" y="320"/>
                    <a:pt x="412" y="365"/>
                    <a:pt x="403" y="420"/>
                  </a:cubicBezTo>
                  <a:cubicBezTo>
                    <a:pt x="393" y="475"/>
                    <a:pt x="350" y="478"/>
                    <a:pt x="311" y="490"/>
                  </a:cubicBezTo>
                  <a:cubicBezTo>
                    <a:pt x="296" y="494"/>
                    <a:pt x="280" y="494"/>
                    <a:pt x="270" y="495"/>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5" name="Freeform 32">
              <a:extLst>
                <a:ext uri="{FF2B5EF4-FFF2-40B4-BE49-F238E27FC236}">
                  <a16:creationId xmlns:a16="http://schemas.microsoft.com/office/drawing/2014/main" id="{ED9B3159-180A-08C9-678F-4FBCE6D97418}"/>
                </a:ext>
              </a:extLst>
            </p:cNvPr>
            <p:cNvSpPr>
              <a:spLocks/>
            </p:cNvSpPr>
            <p:nvPr/>
          </p:nvSpPr>
          <p:spPr bwMode="auto">
            <a:xfrm>
              <a:off x="4025900" y="4703763"/>
              <a:ext cx="150813" cy="153987"/>
            </a:xfrm>
            <a:custGeom>
              <a:avLst/>
              <a:gdLst>
                <a:gd name="T0" fmla="*/ 244 w 495"/>
                <a:gd name="T1" fmla="*/ 502 h 502"/>
                <a:gd name="T2" fmla="*/ 159 w 495"/>
                <a:gd name="T3" fmla="*/ 482 h 502"/>
                <a:gd name="T4" fmla="*/ 138 w 495"/>
                <a:gd name="T5" fmla="*/ 458 h 502"/>
                <a:gd name="T6" fmla="*/ 18 w 495"/>
                <a:gd name="T7" fmla="*/ 264 h 502"/>
                <a:gd name="T8" fmla="*/ 2 w 495"/>
                <a:gd name="T9" fmla="*/ 230 h 502"/>
                <a:gd name="T10" fmla="*/ 73 w 495"/>
                <a:gd name="T11" fmla="*/ 81 h 502"/>
                <a:gd name="T12" fmla="*/ 188 w 495"/>
                <a:gd name="T13" fmla="*/ 17 h 502"/>
                <a:gd name="T14" fmla="*/ 407 w 495"/>
                <a:gd name="T15" fmla="*/ 72 h 502"/>
                <a:gd name="T16" fmla="*/ 489 w 495"/>
                <a:gd name="T17" fmla="*/ 271 h 502"/>
                <a:gd name="T18" fmla="*/ 288 w 495"/>
                <a:gd name="T19" fmla="*/ 493 h 502"/>
                <a:gd name="T20" fmla="*/ 245 w 495"/>
                <a:gd name="T21" fmla="*/ 499 h 502"/>
                <a:gd name="T22" fmla="*/ 244 w 495"/>
                <a:gd name="T23"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5" h="502">
                  <a:moveTo>
                    <a:pt x="244" y="502"/>
                  </a:moveTo>
                  <a:cubicBezTo>
                    <a:pt x="216" y="495"/>
                    <a:pt x="187" y="487"/>
                    <a:pt x="159" y="482"/>
                  </a:cubicBezTo>
                  <a:cubicBezTo>
                    <a:pt x="144" y="479"/>
                    <a:pt x="140" y="470"/>
                    <a:pt x="138" y="458"/>
                  </a:cubicBezTo>
                  <a:cubicBezTo>
                    <a:pt x="126" y="376"/>
                    <a:pt x="84" y="313"/>
                    <a:pt x="18" y="264"/>
                  </a:cubicBezTo>
                  <a:cubicBezTo>
                    <a:pt x="5" y="254"/>
                    <a:pt x="0" y="245"/>
                    <a:pt x="2" y="230"/>
                  </a:cubicBezTo>
                  <a:cubicBezTo>
                    <a:pt x="10" y="173"/>
                    <a:pt x="32" y="121"/>
                    <a:pt x="73" y="81"/>
                  </a:cubicBezTo>
                  <a:cubicBezTo>
                    <a:pt x="105" y="49"/>
                    <a:pt x="144" y="26"/>
                    <a:pt x="188" y="17"/>
                  </a:cubicBezTo>
                  <a:cubicBezTo>
                    <a:pt x="270" y="0"/>
                    <a:pt x="344" y="15"/>
                    <a:pt x="407" y="72"/>
                  </a:cubicBezTo>
                  <a:cubicBezTo>
                    <a:pt x="467" y="125"/>
                    <a:pt x="495" y="193"/>
                    <a:pt x="489" y="271"/>
                  </a:cubicBezTo>
                  <a:cubicBezTo>
                    <a:pt x="481" y="386"/>
                    <a:pt x="399" y="477"/>
                    <a:pt x="288" y="493"/>
                  </a:cubicBezTo>
                  <a:cubicBezTo>
                    <a:pt x="274" y="495"/>
                    <a:pt x="260" y="497"/>
                    <a:pt x="245" y="499"/>
                  </a:cubicBezTo>
                  <a:cubicBezTo>
                    <a:pt x="245" y="500"/>
                    <a:pt x="244" y="501"/>
                    <a:pt x="244" y="502"/>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6" name="Freeform 33">
              <a:extLst>
                <a:ext uri="{FF2B5EF4-FFF2-40B4-BE49-F238E27FC236}">
                  <a16:creationId xmlns:a16="http://schemas.microsoft.com/office/drawing/2014/main" id="{A9D9711A-7277-CC50-9614-B1F83A0ADC68}"/>
                </a:ext>
              </a:extLst>
            </p:cNvPr>
            <p:cNvSpPr>
              <a:spLocks/>
            </p:cNvSpPr>
            <p:nvPr/>
          </p:nvSpPr>
          <p:spPr bwMode="auto">
            <a:xfrm>
              <a:off x="3902075" y="4776788"/>
              <a:ext cx="150813" cy="155575"/>
            </a:xfrm>
            <a:custGeom>
              <a:avLst/>
              <a:gdLst>
                <a:gd name="T0" fmla="*/ 488 w 490"/>
                <a:gd name="T1" fmla="*/ 261 h 509"/>
                <a:gd name="T2" fmla="*/ 286 w 490"/>
                <a:gd name="T3" fmla="*/ 502 h 509"/>
                <a:gd name="T4" fmla="*/ 153 w 490"/>
                <a:gd name="T5" fmla="*/ 488 h 509"/>
                <a:gd name="T6" fmla="*/ 137 w 490"/>
                <a:gd name="T7" fmla="*/ 460 h 509"/>
                <a:gd name="T8" fmla="*/ 51 w 490"/>
                <a:gd name="T9" fmla="*/ 298 h 509"/>
                <a:gd name="T10" fmla="*/ 7 w 490"/>
                <a:gd name="T11" fmla="*/ 262 h 509"/>
                <a:gd name="T12" fmla="*/ 0 w 490"/>
                <a:gd name="T13" fmla="*/ 250 h 509"/>
                <a:gd name="T14" fmla="*/ 143 w 490"/>
                <a:gd name="T15" fmla="*/ 40 h 509"/>
                <a:gd name="T16" fmla="*/ 390 w 490"/>
                <a:gd name="T17" fmla="*/ 66 h 509"/>
                <a:gd name="T18" fmla="*/ 488 w 490"/>
                <a:gd name="T19" fmla="*/ 261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0" h="509">
                  <a:moveTo>
                    <a:pt x="488" y="261"/>
                  </a:moveTo>
                  <a:cubicBezTo>
                    <a:pt x="490" y="381"/>
                    <a:pt x="399" y="484"/>
                    <a:pt x="286" y="502"/>
                  </a:cubicBezTo>
                  <a:cubicBezTo>
                    <a:pt x="240" y="509"/>
                    <a:pt x="197" y="503"/>
                    <a:pt x="153" y="488"/>
                  </a:cubicBezTo>
                  <a:cubicBezTo>
                    <a:pt x="138" y="483"/>
                    <a:pt x="138" y="470"/>
                    <a:pt x="137" y="460"/>
                  </a:cubicBezTo>
                  <a:cubicBezTo>
                    <a:pt x="127" y="396"/>
                    <a:pt x="95" y="343"/>
                    <a:pt x="51" y="298"/>
                  </a:cubicBezTo>
                  <a:cubicBezTo>
                    <a:pt x="38" y="285"/>
                    <a:pt x="21" y="274"/>
                    <a:pt x="7" y="262"/>
                  </a:cubicBezTo>
                  <a:cubicBezTo>
                    <a:pt x="4" y="259"/>
                    <a:pt x="0" y="254"/>
                    <a:pt x="0" y="250"/>
                  </a:cubicBezTo>
                  <a:cubicBezTo>
                    <a:pt x="10" y="154"/>
                    <a:pt x="55" y="81"/>
                    <a:pt x="143" y="40"/>
                  </a:cubicBezTo>
                  <a:cubicBezTo>
                    <a:pt x="230" y="0"/>
                    <a:pt x="313" y="11"/>
                    <a:pt x="390" y="66"/>
                  </a:cubicBezTo>
                  <a:cubicBezTo>
                    <a:pt x="457" y="113"/>
                    <a:pt x="487" y="180"/>
                    <a:pt x="488" y="261"/>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37" name="Freeform 34">
              <a:extLst>
                <a:ext uri="{FF2B5EF4-FFF2-40B4-BE49-F238E27FC236}">
                  <a16:creationId xmlns:a16="http://schemas.microsoft.com/office/drawing/2014/main" id="{0F8F4E1F-E27D-1D7A-641E-1D221D881BB3}"/>
                </a:ext>
              </a:extLst>
            </p:cNvPr>
            <p:cNvSpPr>
              <a:spLocks/>
            </p:cNvSpPr>
            <p:nvPr/>
          </p:nvSpPr>
          <p:spPr bwMode="auto">
            <a:xfrm>
              <a:off x="3794125" y="4799013"/>
              <a:ext cx="114300" cy="53975"/>
            </a:xfrm>
            <a:custGeom>
              <a:avLst/>
              <a:gdLst>
                <a:gd name="T0" fmla="*/ 57 w 372"/>
                <a:gd name="T1" fmla="*/ 175 h 175"/>
                <a:gd name="T2" fmla="*/ 0 w 372"/>
                <a:gd name="T3" fmla="*/ 0 h 175"/>
                <a:gd name="T4" fmla="*/ 372 w 372"/>
                <a:gd name="T5" fmla="*/ 0 h 175"/>
                <a:gd name="T6" fmla="*/ 313 w 372"/>
                <a:gd name="T7" fmla="*/ 162 h 175"/>
                <a:gd name="T8" fmla="*/ 57 w 372"/>
                <a:gd name="T9" fmla="*/ 175 h 175"/>
              </a:gdLst>
              <a:ahLst/>
              <a:cxnLst>
                <a:cxn ang="0">
                  <a:pos x="T0" y="T1"/>
                </a:cxn>
                <a:cxn ang="0">
                  <a:pos x="T2" y="T3"/>
                </a:cxn>
                <a:cxn ang="0">
                  <a:pos x="T4" y="T5"/>
                </a:cxn>
                <a:cxn ang="0">
                  <a:pos x="T6" y="T7"/>
                </a:cxn>
                <a:cxn ang="0">
                  <a:pos x="T8" y="T9"/>
                </a:cxn>
              </a:cxnLst>
              <a:rect l="0" t="0" r="r" b="b"/>
              <a:pathLst>
                <a:path w="372" h="175">
                  <a:moveTo>
                    <a:pt x="57" y="175"/>
                  </a:moveTo>
                  <a:cubicBezTo>
                    <a:pt x="58" y="110"/>
                    <a:pt x="37" y="55"/>
                    <a:pt x="0" y="0"/>
                  </a:cubicBezTo>
                  <a:cubicBezTo>
                    <a:pt x="126" y="0"/>
                    <a:pt x="247" y="0"/>
                    <a:pt x="372" y="0"/>
                  </a:cubicBezTo>
                  <a:cubicBezTo>
                    <a:pt x="337" y="50"/>
                    <a:pt x="317" y="103"/>
                    <a:pt x="313" y="162"/>
                  </a:cubicBezTo>
                  <a:cubicBezTo>
                    <a:pt x="226" y="124"/>
                    <a:pt x="142" y="130"/>
                    <a:pt x="57" y="175"/>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grpSp>
      <p:grpSp>
        <p:nvGrpSpPr>
          <p:cNvPr id="38" name="Group 44">
            <a:extLst>
              <a:ext uri="{FF2B5EF4-FFF2-40B4-BE49-F238E27FC236}">
                <a16:creationId xmlns:a16="http://schemas.microsoft.com/office/drawing/2014/main" id="{385D85DE-5421-D048-D16E-1B05286EFA3C}"/>
              </a:ext>
            </a:extLst>
          </p:cNvPr>
          <p:cNvGrpSpPr>
            <a:grpSpLocks/>
          </p:cNvGrpSpPr>
          <p:nvPr/>
        </p:nvGrpSpPr>
        <p:grpSpPr bwMode="auto">
          <a:xfrm>
            <a:off x="2951163" y="4549775"/>
            <a:ext cx="2079625" cy="536575"/>
            <a:chOff x="9053774" y="4862462"/>
            <a:chExt cx="2042716" cy="526425"/>
          </a:xfrm>
        </p:grpSpPr>
        <p:sp>
          <p:nvSpPr>
            <p:cNvPr id="39" name="TextBox 38">
              <a:extLst>
                <a:ext uri="{FF2B5EF4-FFF2-40B4-BE49-F238E27FC236}">
                  <a16:creationId xmlns:a16="http://schemas.microsoft.com/office/drawing/2014/main" id="{C3F1261C-535C-28E5-8518-105EF7DCC335}"/>
                </a:ext>
              </a:extLst>
            </p:cNvPr>
            <p:cNvSpPr txBox="1"/>
            <p:nvPr/>
          </p:nvSpPr>
          <p:spPr>
            <a:xfrm>
              <a:off x="9053774" y="4862462"/>
              <a:ext cx="2042716" cy="526425"/>
            </a:xfrm>
            <a:prstGeom prst="rect">
              <a:avLst/>
            </a:prstGeom>
            <a:noFill/>
          </p:spPr>
          <p:txBody>
            <a:bodyPr>
              <a:spAutoFit/>
            </a:bodyPr>
            <a:lstStyle/>
            <a:p>
              <a:pPr>
                <a:defRPr/>
              </a:pPr>
              <a:r>
                <a:rPr lang="en-US" sz="2886" b="1" dirty="0">
                  <a:solidFill>
                    <a:schemeClr val="bg1"/>
                  </a:solidFill>
                  <a:ea typeface="+mn-ea"/>
                  <a:cs typeface="Arial" panose="020B0604020202020204" pitchFamily="34" charset="0"/>
                </a:rPr>
                <a:t>19</a:t>
              </a:r>
              <a:endParaRPr lang="en-US" sz="1445" dirty="0">
                <a:solidFill>
                  <a:schemeClr val="bg1"/>
                </a:solidFill>
                <a:ea typeface="+mn-ea"/>
                <a:cs typeface="Arial" panose="020B0604020202020204" pitchFamily="34" charset="0"/>
              </a:endParaRPr>
            </a:p>
          </p:txBody>
        </p:sp>
        <p:sp>
          <p:nvSpPr>
            <p:cNvPr id="40" name="TextBox 39">
              <a:extLst>
                <a:ext uri="{FF2B5EF4-FFF2-40B4-BE49-F238E27FC236}">
                  <a16:creationId xmlns:a16="http://schemas.microsoft.com/office/drawing/2014/main" id="{E9807340-B4B8-10E0-D60C-56C8574FD366}"/>
                </a:ext>
              </a:extLst>
            </p:cNvPr>
            <p:cNvSpPr txBox="1"/>
            <p:nvPr/>
          </p:nvSpPr>
          <p:spPr>
            <a:xfrm>
              <a:off x="9700893" y="4927876"/>
              <a:ext cx="1361291" cy="439207"/>
            </a:xfrm>
            <a:prstGeom prst="rect">
              <a:avLst/>
            </a:prstGeom>
            <a:noFill/>
          </p:spPr>
          <p:txBody>
            <a:bodyPr>
              <a:spAutoFit/>
            </a:bodyPr>
            <a:lstStyle/>
            <a:p>
              <a:pPr>
                <a:defRPr/>
              </a:pPr>
              <a:r>
                <a:rPr lang="en-US" sz="1154" dirty="0">
                  <a:solidFill>
                    <a:schemeClr val="bg1"/>
                  </a:solidFill>
                  <a:ea typeface="+mn-ea"/>
                  <a:cs typeface="Arial" panose="020B0604020202020204" pitchFamily="34" charset="0"/>
                </a:rPr>
                <a:t>Years of Experience </a:t>
              </a:r>
            </a:p>
          </p:txBody>
        </p:sp>
      </p:grpSp>
      <p:grpSp>
        <p:nvGrpSpPr>
          <p:cNvPr id="41" name="Group 40">
            <a:extLst>
              <a:ext uri="{FF2B5EF4-FFF2-40B4-BE49-F238E27FC236}">
                <a16:creationId xmlns:a16="http://schemas.microsoft.com/office/drawing/2014/main" id="{78B8E589-7CAB-735C-D055-AFA1CC9366D6}"/>
              </a:ext>
            </a:extLst>
          </p:cNvPr>
          <p:cNvGrpSpPr/>
          <p:nvPr/>
        </p:nvGrpSpPr>
        <p:grpSpPr>
          <a:xfrm>
            <a:off x="4540661" y="4414616"/>
            <a:ext cx="467644" cy="466691"/>
            <a:chOff x="8075613" y="4572000"/>
            <a:chExt cx="534987" cy="533401"/>
          </a:xfrm>
          <a:solidFill>
            <a:srgbClr val="E31837"/>
          </a:solidFill>
        </p:grpSpPr>
        <p:sp>
          <p:nvSpPr>
            <p:cNvPr id="42" name="Rectangle 41">
              <a:extLst>
                <a:ext uri="{FF2B5EF4-FFF2-40B4-BE49-F238E27FC236}">
                  <a16:creationId xmlns:a16="http://schemas.microsoft.com/office/drawing/2014/main" id="{5184B765-110C-2254-3829-D6843634D52B}"/>
                </a:ext>
              </a:extLst>
            </p:cNvPr>
            <p:cNvSpPr/>
            <p:nvPr/>
          </p:nvSpPr>
          <p:spPr>
            <a:xfrm>
              <a:off x="8156919" y="4784377"/>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3" name="Rectangle 42">
              <a:extLst>
                <a:ext uri="{FF2B5EF4-FFF2-40B4-BE49-F238E27FC236}">
                  <a16:creationId xmlns:a16="http://schemas.microsoft.com/office/drawing/2014/main" id="{F150E5CE-DF3A-9182-8117-F806A816BE4D}"/>
                </a:ext>
              </a:extLst>
            </p:cNvPr>
            <p:cNvSpPr/>
            <p:nvPr/>
          </p:nvSpPr>
          <p:spPr>
            <a:xfrm>
              <a:off x="8235500" y="4784377"/>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4" name="Rectangle 43">
              <a:extLst>
                <a:ext uri="{FF2B5EF4-FFF2-40B4-BE49-F238E27FC236}">
                  <a16:creationId xmlns:a16="http://schemas.microsoft.com/office/drawing/2014/main" id="{5FC11A53-B846-23F5-105C-DD3EE3EFF81B}"/>
                </a:ext>
              </a:extLst>
            </p:cNvPr>
            <p:cNvSpPr/>
            <p:nvPr/>
          </p:nvSpPr>
          <p:spPr>
            <a:xfrm>
              <a:off x="8314081" y="4784377"/>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5" name="Rectangle 44">
              <a:extLst>
                <a:ext uri="{FF2B5EF4-FFF2-40B4-BE49-F238E27FC236}">
                  <a16:creationId xmlns:a16="http://schemas.microsoft.com/office/drawing/2014/main" id="{619CD377-9431-F5A3-DCA2-30645A64BDEB}"/>
                </a:ext>
              </a:extLst>
            </p:cNvPr>
            <p:cNvSpPr/>
            <p:nvPr/>
          </p:nvSpPr>
          <p:spPr>
            <a:xfrm>
              <a:off x="8392662" y="4784377"/>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6" name="Rectangle 45">
              <a:extLst>
                <a:ext uri="{FF2B5EF4-FFF2-40B4-BE49-F238E27FC236}">
                  <a16:creationId xmlns:a16="http://schemas.microsoft.com/office/drawing/2014/main" id="{445AB202-2D87-AB8A-1DCC-DF85FDE72C75}"/>
                </a:ext>
              </a:extLst>
            </p:cNvPr>
            <p:cNvSpPr/>
            <p:nvPr/>
          </p:nvSpPr>
          <p:spPr>
            <a:xfrm>
              <a:off x="8471243" y="4784377"/>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7" name="Rectangle 46">
              <a:extLst>
                <a:ext uri="{FF2B5EF4-FFF2-40B4-BE49-F238E27FC236}">
                  <a16:creationId xmlns:a16="http://schemas.microsoft.com/office/drawing/2014/main" id="{C81C66A7-05B4-8398-B747-59EC31995546}"/>
                </a:ext>
              </a:extLst>
            </p:cNvPr>
            <p:cNvSpPr/>
            <p:nvPr/>
          </p:nvSpPr>
          <p:spPr>
            <a:xfrm>
              <a:off x="8156919" y="4874864"/>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8" name="Rectangle 47">
              <a:extLst>
                <a:ext uri="{FF2B5EF4-FFF2-40B4-BE49-F238E27FC236}">
                  <a16:creationId xmlns:a16="http://schemas.microsoft.com/office/drawing/2014/main" id="{67ACB43A-6E2D-BBFB-072C-7648E18E6C94}"/>
                </a:ext>
              </a:extLst>
            </p:cNvPr>
            <p:cNvSpPr/>
            <p:nvPr/>
          </p:nvSpPr>
          <p:spPr>
            <a:xfrm>
              <a:off x="8235500" y="4874864"/>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49" name="Rectangle 48">
              <a:extLst>
                <a:ext uri="{FF2B5EF4-FFF2-40B4-BE49-F238E27FC236}">
                  <a16:creationId xmlns:a16="http://schemas.microsoft.com/office/drawing/2014/main" id="{196A7A09-3FCA-F4C6-4107-8D15148C5E01}"/>
                </a:ext>
              </a:extLst>
            </p:cNvPr>
            <p:cNvSpPr/>
            <p:nvPr/>
          </p:nvSpPr>
          <p:spPr>
            <a:xfrm>
              <a:off x="8314081" y="4874864"/>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0" name="Rectangle 49">
              <a:extLst>
                <a:ext uri="{FF2B5EF4-FFF2-40B4-BE49-F238E27FC236}">
                  <a16:creationId xmlns:a16="http://schemas.microsoft.com/office/drawing/2014/main" id="{07F4B157-F130-D34D-458F-D12E4BF51B40}"/>
                </a:ext>
              </a:extLst>
            </p:cNvPr>
            <p:cNvSpPr/>
            <p:nvPr/>
          </p:nvSpPr>
          <p:spPr>
            <a:xfrm>
              <a:off x="8392662" y="4874864"/>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1" name="Rectangle 50">
              <a:extLst>
                <a:ext uri="{FF2B5EF4-FFF2-40B4-BE49-F238E27FC236}">
                  <a16:creationId xmlns:a16="http://schemas.microsoft.com/office/drawing/2014/main" id="{0E64B54F-C158-AFA4-F826-F48565081F24}"/>
                </a:ext>
              </a:extLst>
            </p:cNvPr>
            <p:cNvSpPr/>
            <p:nvPr/>
          </p:nvSpPr>
          <p:spPr>
            <a:xfrm>
              <a:off x="8471243" y="4874864"/>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2" name="Rectangle 51">
              <a:extLst>
                <a:ext uri="{FF2B5EF4-FFF2-40B4-BE49-F238E27FC236}">
                  <a16:creationId xmlns:a16="http://schemas.microsoft.com/office/drawing/2014/main" id="{76163478-1321-B1BD-09A8-7D041A164BE4}"/>
                </a:ext>
              </a:extLst>
            </p:cNvPr>
            <p:cNvSpPr/>
            <p:nvPr/>
          </p:nvSpPr>
          <p:spPr>
            <a:xfrm>
              <a:off x="8156919" y="4965351"/>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3" name="Rectangle 52">
              <a:extLst>
                <a:ext uri="{FF2B5EF4-FFF2-40B4-BE49-F238E27FC236}">
                  <a16:creationId xmlns:a16="http://schemas.microsoft.com/office/drawing/2014/main" id="{38483526-DB3E-BD15-5FED-10D42883C5B2}"/>
                </a:ext>
              </a:extLst>
            </p:cNvPr>
            <p:cNvSpPr/>
            <p:nvPr/>
          </p:nvSpPr>
          <p:spPr>
            <a:xfrm>
              <a:off x="8235500" y="4965351"/>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4" name="Rectangle 53">
              <a:extLst>
                <a:ext uri="{FF2B5EF4-FFF2-40B4-BE49-F238E27FC236}">
                  <a16:creationId xmlns:a16="http://schemas.microsoft.com/office/drawing/2014/main" id="{876F4CEB-6D34-02C2-C3BB-197453F98CDF}"/>
                </a:ext>
              </a:extLst>
            </p:cNvPr>
            <p:cNvSpPr/>
            <p:nvPr/>
          </p:nvSpPr>
          <p:spPr>
            <a:xfrm>
              <a:off x="8314081" y="4965351"/>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5" name="Rectangle 54">
              <a:extLst>
                <a:ext uri="{FF2B5EF4-FFF2-40B4-BE49-F238E27FC236}">
                  <a16:creationId xmlns:a16="http://schemas.microsoft.com/office/drawing/2014/main" id="{62B7F6D8-7419-4EAD-C1B7-3B9CE6020F81}"/>
                </a:ext>
              </a:extLst>
            </p:cNvPr>
            <p:cNvSpPr/>
            <p:nvPr/>
          </p:nvSpPr>
          <p:spPr>
            <a:xfrm>
              <a:off x="8392662" y="4965351"/>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6" name="Rectangle 55">
              <a:extLst>
                <a:ext uri="{FF2B5EF4-FFF2-40B4-BE49-F238E27FC236}">
                  <a16:creationId xmlns:a16="http://schemas.microsoft.com/office/drawing/2014/main" id="{1E666614-3A86-4699-0692-1AE7016F84C8}"/>
                </a:ext>
              </a:extLst>
            </p:cNvPr>
            <p:cNvSpPr/>
            <p:nvPr/>
          </p:nvSpPr>
          <p:spPr>
            <a:xfrm>
              <a:off x="8471243" y="4965351"/>
              <a:ext cx="59531" cy="699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sp>
          <p:nvSpPr>
            <p:cNvPr id="57" name="Freeform 15">
              <a:extLst>
                <a:ext uri="{FF2B5EF4-FFF2-40B4-BE49-F238E27FC236}">
                  <a16:creationId xmlns:a16="http://schemas.microsoft.com/office/drawing/2014/main" id="{3407AC57-AB98-7EA9-71B8-2E804031F0AB}"/>
                </a:ext>
              </a:extLst>
            </p:cNvPr>
            <p:cNvSpPr>
              <a:spLocks noEditPoints="1"/>
            </p:cNvSpPr>
            <p:nvPr/>
          </p:nvSpPr>
          <p:spPr bwMode="auto">
            <a:xfrm>
              <a:off x="8075613" y="4611688"/>
              <a:ext cx="534987" cy="493713"/>
            </a:xfrm>
            <a:custGeom>
              <a:avLst/>
              <a:gdLst>
                <a:gd name="T0" fmla="*/ 1856 w 2048"/>
                <a:gd name="T1" fmla="*/ 1893 h 1893"/>
                <a:gd name="T2" fmla="*/ 192 w 2048"/>
                <a:gd name="T3" fmla="*/ 1893 h 1893"/>
                <a:gd name="T4" fmla="*/ 188 w 2048"/>
                <a:gd name="T5" fmla="*/ 1889 h 1893"/>
                <a:gd name="T6" fmla="*/ 42 w 2048"/>
                <a:gd name="T7" fmla="*/ 1798 h 1893"/>
                <a:gd name="T8" fmla="*/ 0 w 2048"/>
                <a:gd name="T9" fmla="*/ 1701 h 1893"/>
                <a:gd name="T10" fmla="*/ 0 w 2048"/>
                <a:gd name="T11" fmla="*/ 193 h 1893"/>
                <a:gd name="T12" fmla="*/ 4 w 2048"/>
                <a:gd name="T13" fmla="*/ 189 h 1893"/>
                <a:gd name="T14" fmla="*/ 236 w 2048"/>
                <a:gd name="T15" fmla="*/ 1 h 1893"/>
                <a:gd name="T16" fmla="*/ 362 w 2048"/>
                <a:gd name="T17" fmla="*/ 1 h 1893"/>
                <a:gd name="T18" fmla="*/ 396 w 2048"/>
                <a:gd name="T19" fmla="*/ 1 h 1893"/>
                <a:gd name="T20" fmla="*/ 396 w 2048"/>
                <a:gd name="T21" fmla="*/ 154 h 1893"/>
                <a:gd name="T22" fmla="*/ 566 w 2048"/>
                <a:gd name="T23" fmla="*/ 314 h 1893"/>
                <a:gd name="T24" fmla="*/ 696 w 2048"/>
                <a:gd name="T25" fmla="*/ 213 h 1893"/>
                <a:gd name="T26" fmla="*/ 707 w 2048"/>
                <a:gd name="T27" fmla="*/ 143 h 1893"/>
                <a:gd name="T28" fmla="*/ 708 w 2048"/>
                <a:gd name="T29" fmla="*/ 2 h 1893"/>
                <a:gd name="T30" fmla="*/ 1340 w 2048"/>
                <a:gd name="T31" fmla="*/ 2 h 1893"/>
                <a:gd name="T32" fmla="*/ 1340 w 2048"/>
                <a:gd name="T33" fmla="*/ 149 h 1893"/>
                <a:gd name="T34" fmla="*/ 1405 w 2048"/>
                <a:gd name="T35" fmla="*/ 284 h 1893"/>
                <a:gd name="T36" fmla="*/ 1533 w 2048"/>
                <a:gd name="T37" fmla="*/ 310 h 1893"/>
                <a:gd name="T38" fmla="*/ 1652 w 2048"/>
                <a:gd name="T39" fmla="*/ 148 h 1893"/>
                <a:gd name="T40" fmla="*/ 1652 w 2048"/>
                <a:gd name="T41" fmla="*/ 5 h 1893"/>
                <a:gd name="T42" fmla="*/ 1853 w 2048"/>
                <a:gd name="T43" fmla="*/ 6 h 1893"/>
                <a:gd name="T44" fmla="*/ 2020 w 2048"/>
                <a:gd name="T45" fmla="*/ 121 h 1893"/>
                <a:gd name="T46" fmla="*/ 2048 w 2048"/>
                <a:gd name="T47" fmla="*/ 193 h 1893"/>
                <a:gd name="T48" fmla="*/ 2048 w 2048"/>
                <a:gd name="T49" fmla="*/ 1701 h 1893"/>
                <a:gd name="T50" fmla="*/ 2044 w 2048"/>
                <a:gd name="T51" fmla="*/ 1705 h 1893"/>
                <a:gd name="T52" fmla="*/ 1953 w 2048"/>
                <a:gd name="T53" fmla="*/ 1851 h 1893"/>
                <a:gd name="T54" fmla="*/ 1856 w 2048"/>
                <a:gd name="T55" fmla="*/ 1893 h 1893"/>
                <a:gd name="T56" fmla="*/ 160 w 2048"/>
                <a:gd name="T57" fmla="*/ 557 h 1893"/>
                <a:gd name="T58" fmla="*/ 160 w 2048"/>
                <a:gd name="T59" fmla="*/ 577 h 1893"/>
                <a:gd name="T60" fmla="*/ 160 w 2048"/>
                <a:gd name="T61" fmla="*/ 1658 h 1893"/>
                <a:gd name="T62" fmla="*/ 236 w 2048"/>
                <a:gd name="T63" fmla="*/ 1733 h 1893"/>
                <a:gd name="T64" fmla="*/ 1812 w 2048"/>
                <a:gd name="T65" fmla="*/ 1733 h 1893"/>
                <a:gd name="T66" fmla="*/ 1888 w 2048"/>
                <a:gd name="T67" fmla="*/ 1656 h 1893"/>
                <a:gd name="T68" fmla="*/ 1888 w 2048"/>
                <a:gd name="T69" fmla="*/ 579 h 1893"/>
                <a:gd name="T70" fmla="*/ 1888 w 2048"/>
                <a:gd name="T71" fmla="*/ 557 h 1893"/>
                <a:gd name="T72" fmla="*/ 160 w 2048"/>
                <a:gd name="T73" fmla="*/ 557 h 1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8" h="1893">
                  <a:moveTo>
                    <a:pt x="1856" y="1893"/>
                  </a:moveTo>
                  <a:cubicBezTo>
                    <a:pt x="1301" y="1893"/>
                    <a:pt x="747" y="1893"/>
                    <a:pt x="192" y="1893"/>
                  </a:cubicBezTo>
                  <a:cubicBezTo>
                    <a:pt x="191" y="1892"/>
                    <a:pt x="189" y="1890"/>
                    <a:pt x="188" y="1889"/>
                  </a:cubicBezTo>
                  <a:cubicBezTo>
                    <a:pt x="126" y="1880"/>
                    <a:pt x="80" y="1846"/>
                    <a:pt x="42" y="1798"/>
                  </a:cubicBezTo>
                  <a:cubicBezTo>
                    <a:pt x="20" y="1769"/>
                    <a:pt x="11" y="1735"/>
                    <a:pt x="0" y="1701"/>
                  </a:cubicBezTo>
                  <a:cubicBezTo>
                    <a:pt x="0" y="1198"/>
                    <a:pt x="0" y="696"/>
                    <a:pt x="0" y="193"/>
                  </a:cubicBezTo>
                  <a:cubicBezTo>
                    <a:pt x="1" y="192"/>
                    <a:pt x="3" y="190"/>
                    <a:pt x="4" y="189"/>
                  </a:cubicBezTo>
                  <a:cubicBezTo>
                    <a:pt x="26" y="72"/>
                    <a:pt x="125" y="0"/>
                    <a:pt x="236" y="1"/>
                  </a:cubicBezTo>
                  <a:cubicBezTo>
                    <a:pt x="278" y="1"/>
                    <a:pt x="320" y="1"/>
                    <a:pt x="362" y="1"/>
                  </a:cubicBezTo>
                  <a:cubicBezTo>
                    <a:pt x="373" y="1"/>
                    <a:pt x="384" y="1"/>
                    <a:pt x="396" y="1"/>
                  </a:cubicBezTo>
                  <a:cubicBezTo>
                    <a:pt x="396" y="54"/>
                    <a:pt x="397" y="104"/>
                    <a:pt x="396" y="154"/>
                  </a:cubicBezTo>
                  <a:cubicBezTo>
                    <a:pt x="395" y="244"/>
                    <a:pt x="471" y="322"/>
                    <a:pt x="566" y="314"/>
                  </a:cubicBezTo>
                  <a:cubicBezTo>
                    <a:pt x="619" y="309"/>
                    <a:pt x="681" y="265"/>
                    <a:pt x="696" y="213"/>
                  </a:cubicBezTo>
                  <a:cubicBezTo>
                    <a:pt x="702" y="190"/>
                    <a:pt x="707" y="167"/>
                    <a:pt x="707" y="143"/>
                  </a:cubicBezTo>
                  <a:cubicBezTo>
                    <a:pt x="709" y="96"/>
                    <a:pt x="708" y="49"/>
                    <a:pt x="708" y="2"/>
                  </a:cubicBezTo>
                  <a:cubicBezTo>
                    <a:pt x="920" y="2"/>
                    <a:pt x="1129" y="2"/>
                    <a:pt x="1340" y="2"/>
                  </a:cubicBezTo>
                  <a:cubicBezTo>
                    <a:pt x="1340" y="52"/>
                    <a:pt x="1339" y="101"/>
                    <a:pt x="1340" y="149"/>
                  </a:cubicBezTo>
                  <a:cubicBezTo>
                    <a:pt x="1341" y="204"/>
                    <a:pt x="1359" y="250"/>
                    <a:pt x="1405" y="284"/>
                  </a:cubicBezTo>
                  <a:cubicBezTo>
                    <a:pt x="1444" y="313"/>
                    <a:pt x="1487" y="321"/>
                    <a:pt x="1533" y="310"/>
                  </a:cubicBezTo>
                  <a:cubicBezTo>
                    <a:pt x="1607" y="293"/>
                    <a:pt x="1655" y="222"/>
                    <a:pt x="1652" y="148"/>
                  </a:cubicBezTo>
                  <a:cubicBezTo>
                    <a:pt x="1651" y="99"/>
                    <a:pt x="1652" y="51"/>
                    <a:pt x="1652" y="5"/>
                  </a:cubicBezTo>
                  <a:cubicBezTo>
                    <a:pt x="1720" y="5"/>
                    <a:pt x="1787" y="0"/>
                    <a:pt x="1853" y="6"/>
                  </a:cubicBezTo>
                  <a:cubicBezTo>
                    <a:pt x="1928" y="13"/>
                    <a:pt x="1985" y="54"/>
                    <a:pt x="2020" y="121"/>
                  </a:cubicBezTo>
                  <a:cubicBezTo>
                    <a:pt x="2031" y="144"/>
                    <a:pt x="2039" y="169"/>
                    <a:pt x="2048" y="193"/>
                  </a:cubicBezTo>
                  <a:cubicBezTo>
                    <a:pt x="2048" y="696"/>
                    <a:pt x="2048" y="1198"/>
                    <a:pt x="2048" y="1701"/>
                  </a:cubicBezTo>
                  <a:cubicBezTo>
                    <a:pt x="2047" y="1702"/>
                    <a:pt x="2045" y="1704"/>
                    <a:pt x="2044" y="1705"/>
                  </a:cubicBezTo>
                  <a:cubicBezTo>
                    <a:pt x="2035" y="1767"/>
                    <a:pt x="2001" y="1813"/>
                    <a:pt x="1953" y="1851"/>
                  </a:cubicBezTo>
                  <a:cubicBezTo>
                    <a:pt x="1924" y="1873"/>
                    <a:pt x="1890" y="1882"/>
                    <a:pt x="1856" y="1893"/>
                  </a:cubicBezTo>
                  <a:close/>
                  <a:moveTo>
                    <a:pt x="160" y="557"/>
                  </a:moveTo>
                  <a:cubicBezTo>
                    <a:pt x="160" y="565"/>
                    <a:pt x="160" y="571"/>
                    <a:pt x="160" y="577"/>
                  </a:cubicBezTo>
                  <a:cubicBezTo>
                    <a:pt x="160" y="937"/>
                    <a:pt x="160" y="1298"/>
                    <a:pt x="160" y="1658"/>
                  </a:cubicBezTo>
                  <a:cubicBezTo>
                    <a:pt x="160" y="1703"/>
                    <a:pt x="191" y="1733"/>
                    <a:pt x="236" y="1733"/>
                  </a:cubicBezTo>
                  <a:cubicBezTo>
                    <a:pt x="761" y="1733"/>
                    <a:pt x="1287" y="1733"/>
                    <a:pt x="1812" y="1733"/>
                  </a:cubicBezTo>
                  <a:cubicBezTo>
                    <a:pt x="1858" y="1733"/>
                    <a:pt x="1888" y="1703"/>
                    <a:pt x="1888" y="1656"/>
                  </a:cubicBezTo>
                  <a:cubicBezTo>
                    <a:pt x="1888" y="1297"/>
                    <a:pt x="1888" y="938"/>
                    <a:pt x="1888" y="579"/>
                  </a:cubicBezTo>
                  <a:cubicBezTo>
                    <a:pt x="1888" y="572"/>
                    <a:pt x="1888" y="565"/>
                    <a:pt x="1888" y="557"/>
                  </a:cubicBezTo>
                  <a:cubicBezTo>
                    <a:pt x="1311" y="557"/>
                    <a:pt x="737" y="557"/>
                    <a:pt x="160" y="557"/>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58" name="Freeform 16">
              <a:extLst>
                <a:ext uri="{FF2B5EF4-FFF2-40B4-BE49-F238E27FC236}">
                  <a16:creationId xmlns:a16="http://schemas.microsoft.com/office/drawing/2014/main" id="{885F3332-B7F7-3352-E274-8F3921240F5C}"/>
                </a:ext>
              </a:extLst>
            </p:cNvPr>
            <p:cNvSpPr>
              <a:spLocks/>
            </p:cNvSpPr>
            <p:nvPr/>
          </p:nvSpPr>
          <p:spPr bwMode="auto">
            <a:xfrm>
              <a:off x="8197850" y="4572000"/>
              <a:ext cx="42862" cy="103188"/>
            </a:xfrm>
            <a:custGeom>
              <a:avLst/>
              <a:gdLst>
                <a:gd name="T0" fmla="*/ 110 w 162"/>
                <a:gd name="T1" fmla="*/ 0 h 397"/>
                <a:gd name="T2" fmla="*/ 159 w 162"/>
                <a:gd name="T3" fmla="*/ 54 h 397"/>
                <a:gd name="T4" fmla="*/ 162 w 162"/>
                <a:gd name="T5" fmla="*/ 75 h 397"/>
                <a:gd name="T6" fmla="*/ 162 w 162"/>
                <a:gd name="T7" fmla="*/ 317 h 397"/>
                <a:gd name="T8" fmla="*/ 81 w 162"/>
                <a:gd name="T9" fmla="*/ 396 h 397"/>
                <a:gd name="T10" fmla="*/ 2 w 162"/>
                <a:gd name="T11" fmla="*/ 318 h 397"/>
                <a:gd name="T12" fmla="*/ 1 w 162"/>
                <a:gd name="T13" fmla="*/ 87 h 397"/>
                <a:gd name="T14" fmla="*/ 54 w 162"/>
                <a:gd name="T15" fmla="*/ 0 h 397"/>
                <a:gd name="T16" fmla="*/ 110 w 162"/>
                <a:gd name="T17" fmla="*/ 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 h="397">
                  <a:moveTo>
                    <a:pt x="110" y="0"/>
                  </a:moveTo>
                  <a:cubicBezTo>
                    <a:pt x="132" y="13"/>
                    <a:pt x="155" y="25"/>
                    <a:pt x="159" y="54"/>
                  </a:cubicBezTo>
                  <a:cubicBezTo>
                    <a:pt x="160" y="61"/>
                    <a:pt x="162" y="68"/>
                    <a:pt x="162" y="75"/>
                  </a:cubicBezTo>
                  <a:cubicBezTo>
                    <a:pt x="162" y="156"/>
                    <a:pt x="162" y="237"/>
                    <a:pt x="162" y="317"/>
                  </a:cubicBezTo>
                  <a:cubicBezTo>
                    <a:pt x="162" y="362"/>
                    <a:pt x="128" y="397"/>
                    <a:pt x="81" y="396"/>
                  </a:cubicBezTo>
                  <a:cubicBezTo>
                    <a:pt x="33" y="395"/>
                    <a:pt x="2" y="366"/>
                    <a:pt x="2" y="318"/>
                  </a:cubicBezTo>
                  <a:cubicBezTo>
                    <a:pt x="2" y="241"/>
                    <a:pt x="4" y="164"/>
                    <a:pt x="1" y="87"/>
                  </a:cubicBezTo>
                  <a:cubicBezTo>
                    <a:pt x="0" y="44"/>
                    <a:pt x="16" y="17"/>
                    <a:pt x="54" y="0"/>
                  </a:cubicBezTo>
                  <a:cubicBezTo>
                    <a:pt x="73" y="0"/>
                    <a:pt x="91" y="0"/>
                    <a:pt x="110" y="0"/>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59" name="Freeform 17">
              <a:extLst>
                <a:ext uri="{FF2B5EF4-FFF2-40B4-BE49-F238E27FC236}">
                  <a16:creationId xmlns:a16="http://schemas.microsoft.com/office/drawing/2014/main" id="{397A2C77-3855-56E0-3062-8C2909295F6E}"/>
                </a:ext>
              </a:extLst>
            </p:cNvPr>
            <p:cNvSpPr>
              <a:spLocks/>
            </p:cNvSpPr>
            <p:nvPr/>
          </p:nvSpPr>
          <p:spPr bwMode="auto">
            <a:xfrm>
              <a:off x="8445500" y="4572000"/>
              <a:ext cx="42862" cy="103188"/>
            </a:xfrm>
            <a:custGeom>
              <a:avLst/>
              <a:gdLst>
                <a:gd name="T0" fmla="*/ 109 w 163"/>
                <a:gd name="T1" fmla="*/ 0 h 397"/>
                <a:gd name="T2" fmla="*/ 162 w 163"/>
                <a:gd name="T3" fmla="*/ 87 h 397"/>
                <a:gd name="T4" fmla="*/ 161 w 163"/>
                <a:gd name="T5" fmla="*/ 320 h 397"/>
                <a:gd name="T6" fmla="*/ 84 w 163"/>
                <a:gd name="T7" fmla="*/ 396 h 397"/>
                <a:gd name="T8" fmla="*/ 1 w 163"/>
                <a:gd name="T9" fmla="*/ 321 h 397"/>
                <a:gd name="T10" fmla="*/ 1 w 163"/>
                <a:gd name="T11" fmla="*/ 71 h 397"/>
                <a:gd name="T12" fmla="*/ 40 w 163"/>
                <a:gd name="T13" fmla="*/ 8 h 397"/>
                <a:gd name="T14" fmla="*/ 53 w 163"/>
                <a:gd name="T15" fmla="*/ 0 h 397"/>
                <a:gd name="T16" fmla="*/ 109 w 163"/>
                <a:gd name="T17" fmla="*/ 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397">
                  <a:moveTo>
                    <a:pt x="109" y="0"/>
                  </a:moveTo>
                  <a:cubicBezTo>
                    <a:pt x="147" y="17"/>
                    <a:pt x="163" y="44"/>
                    <a:pt x="162" y="87"/>
                  </a:cubicBezTo>
                  <a:cubicBezTo>
                    <a:pt x="159" y="164"/>
                    <a:pt x="161" y="242"/>
                    <a:pt x="161" y="320"/>
                  </a:cubicBezTo>
                  <a:cubicBezTo>
                    <a:pt x="162" y="360"/>
                    <a:pt x="131" y="395"/>
                    <a:pt x="84" y="396"/>
                  </a:cubicBezTo>
                  <a:cubicBezTo>
                    <a:pt x="35" y="397"/>
                    <a:pt x="2" y="363"/>
                    <a:pt x="1" y="321"/>
                  </a:cubicBezTo>
                  <a:cubicBezTo>
                    <a:pt x="0" y="238"/>
                    <a:pt x="1" y="155"/>
                    <a:pt x="1" y="71"/>
                  </a:cubicBezTo>
                  <a:cubicBezTo>
                    <a:pt x="2" y="43"/>
                    <a:pt x="14" y="21"/>
                    <a:pt x="40" y="8"/>
                  </a:cubicBezTo>
                  <a:cubicBezTo>
                    <a:pt x="45" y="6"/>
                    <a:pt x="49" y="3"/>
                    <a:pt x="53" y="0"/>
                  </a:cubicBezTo>
                  <a:cubicBezTo>
                    <a:pt x="72" y="0"/>
                    <a:pt x="90" y="0"/>
                    <a:pt x="109" y="0"/>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grpSp>
      <p:sp>
        <p:nvSpPr>
          <p:cNvPr id="60" name="TextBox 59">
            <a:extLst>
              <a:ext uri="{FF2B5EF4-FFF2-40B4-BE49-F238E27FC236}">
                <a16:creationId xmlns:a16="http://schemas.microsoft.com/office/drawing/2014/main" id="{4711FE54-6B07-D2C8-7C0E-C375A82840B2}"/>
              </a:ext>
            </a:extLst>
          </p:cNvPr>
          <p:cNvSpPr txBox="1"/>
          <p:nvPr/>
        </p:nvSpPr>
        <p:spPr>
          <a:xfrm>
            <a:off x="1028700" y="6383338"/>
            <a:ext cx="2546350" cy="288925"/>
          </a:xfrm>
          <a:prstGeom prst="rect">
            <a:avLst/>
          </a:prstGeom>
          <a:noFill/>
        </p:spPr>
        <p:txBody>
          <a:bodyPr lIns="65968" tIns="32984" rIns="65968" bIns="32984">
            <a:spAutoFit/>
          </a:bodyPr>
          <a:lstStyle/>
          <a:p>
            <a:pPr>
              <a:defRPr/>
            </a:pPr>
            <a:r>
              <a:rPr lang="en-US" sz="1204" b="1" dirty="0">
                <a:solidFill>
                  <a:schemeClr val="bg1"/>
                </a:solidFill>
                <a:ea typeface="+mn-ea"/>
                <a:cs typeface="Arial" panose="020B0604020202020204" pitchFamily="34" charset="0"/>
              </a:rPr>
              <a:t>6</a:t>
            </a:r>
            <a:r>
              <a:rPr lang="en-US" sz="1445" dirty="0">
                <a:solidFill>
                  <a:schemeClr val="bg1"/>
                </a:solidFill>
                <a:ea typeface="+mn-ea"/>
                <a:cs typeface="Arial" panose="020B0604020202020204" pitchFamily="34" charset="0"/>
              </a:rPr>
              <a:t> Product Lines</a:t>
            </a:r>
          </a:p>
        </p:txBody>
      </p:sp>
      <p:grpSp>
        <p:nvGrpSpPr>
          <p:cNvPr id="61" name="Group 60">
            <a:extLst>
              <a:ext uri="{FF2B5EF4-FFF2-40B4-BE49-F238E27FC236}">
                <a16:creationId xmlns:a16="http://schemas.microsoft.com/office/drawing/2014/main" id="{552917FF-F407-10CC-9386-34DA28DFDB13}"/>
              </a:ext>
            </a:extLst>
          </p:cNvPr>
          <p:cNvGrpSpPr/>
          <p:nvPr/>
        </p:nvGrpSpPr>
        <p:grpSpPr>
          <a:xfrm>
            <a:off x="2293743" y="5808125"/>
            <a:ext cx="484299" cy="523637"/>
            <a:chOff x="6697663" y="1435100"/>
            <a:chExt cx="554037" cy="598488"/>
          </a:xfrm>
          <a:solidFill>
            <a:schemeClr val="bg1"/>
          </a:solidFill>
        </p:grpSpPr>
        <p:sp>
          <p:nvSpPr>
            <p:cNvPr id="62" name="Freeform 5">
              <a:extLst>
                <a:ext uri="{FF2B5EF4-FFF2-40B4-BE49-F238E27FC236}">
                  <a16:creationId xmlns:a16="http://schemas.microsoft.com/office/drawing/2014/main" id="{95B04AE8-C2C4-AFF1-71A0-AE7AFA461078}"/>
                </a:ext>
              </a:extLst>
            </p:cNvPr>
            <p:cNvSpPr>
              <a:spLocks/>
            </p:cNvSpPr>
            <p:nvPr/>
          </p:nvSpPr>
          <p:spPr bwMode="auto">
            <a:xfrm>
              <a:off x="6713538" y="1435100"/>
              <a:ext cx="522287" cy="271463"/>
            </a:xfrm>
            <a:custGeom>
              <a:avLst/>
              <a:gdLst>
                <a:gd name="T0" fmla="*/ 924 w 1788"/>
                <a:gd name="T1" fmla="*/ 0 h 931"/>
                <a:gd name="T2" fmla="*/ 1076 w 1788"/>
                <a:gd name="T3" fmla="*/ 69 h 931"/>
                <a:gd name="T4" fmla="*/ 1128 w 1788"/>
                <a:gd name="T5" fmla="*/ 96 h 931"/>
                <a:gd name="T6" fmla="*/ 1174 w 1788"/>
                <a:gd name="T7" fmla="*/ 121 h 931"/>
                <a:gd name="T8" fmla="*/ 1236 w 1788"/>
                <a:gd name="T9" fmla="*/ 153 h 931"/>
                <a:gd name="T10" fmla="*/ 1288 w 1788"/>
                <a:gd name="T11" fmla="*/ 180 h 931"/>
                <a:gd name="T12" fmla="*/ 1335 w 1788"/>
                <a:gd name="T13" fmla="*/ 204 h 931"/>
                <a:gd name="T14" fmla="*/ 1388 w 1788"/>
                <a:gd name="T15" fmla="*/ 232 h 931"/>
                <a:gd name="T16" fmla="*/ 1444 w 1788"/>
                <a:gd name="T17" fmla="*/ 261 h 931"/>
                <a:gd name="T18" fmla="*/ 1496 w 1788"/>
                <a:gd name="T19" fmla="*/ 288 h 931"/>
                <a:gd name="T20" fmla="*/ 1542 w 1788"/>
                <a:gd name="T21" fmla="*/ 313 h 931"/>
                <a:gd name="T22" fmla="*/ 1604 w 1788"/>
                <a:gd name="T23" fmla="*/ 345 h 931"/>
                <a:gd name="T24" fmla="*/ 1656 w 1788"/>
                <a:gd name="T25" fmla="*/ 372 h 931"/>
                <a:gd name="T26" fmla="*/ 1703 w 1788"/>
                <a:gd name="T27" fmla="*/ 397 h 931"/>
                <a:gd name="T28" fmla="*/ 1756 w 1788"/>
                <a:gd name="T29" fmla="*/ 424 h 931"/>
                <a:gd name="T30" fmla="*/ 1788 w 1788"/>
                <a:gd name="T31" fmla="*/ 468 h 931"/>
                <a:gd name="T32" fmla="*/ 1616 w 1788"/>
                <a:gd name="T33" fmla="*/ 579 h 931"/>
                <a:gd name="T34" fmla="*/ 1448 w 1788"/>
                <a:gd name="T35" fmla="*/ 667 h 931"/>
                <a:gd name="T36" fmla="*/ 1279 w 1788"/>
                <a:gd name="T37" fmla="*/ 755 h 931"/>
                <a:gd name="T38" fmla="*/ 1116 w 1788"/>
                <a:gd name="T39" fmla="*/ 840 h 931"/>
                <a:gd name="T40" fmla="*/ 952 w 1788"/>
                <a:gd name="T41" fmla="*/ 923 h 931"/>
                <a:gd name="T42" fmla="*/ 868 w 1788"/>
                <a:gd name="T43" fmla="*/ 929 h 931"/>
                <a:gd name="T44" fmla="*/ 813 w 1788"/>
                <a:gd name="T45" fmla="*/ 912 h 931"/>
                <a:gd name="T46" fmla="*/ 760 w 1788"/>
                <a:gd name="T47" fmla="*/ 884 h 931"/>
                <a:gd name="T48" fmla="*/ 704 w 1788"/>
                <a:gd name="T49" fmla="*/ 855 h 931"/>
                <a:gd name="T50" fmla="*/ 652 w 1788"/>
                <a:gd name="T51" fmla="*/ 828 h 931"/>
                <a:gd name="T52" fmla="*/ 606 w 1788"/>
                <a:gd name="T53" fmla="*/ 803 h 931"/>
                <a:gd name="T54" fmla="*/ 551 w 1788"/>
                <a:gd name="T55" fmla="*/ 774 h 931"/>
                <a:gd name="T56" fmla="*/ 492 w 1788"/>
                <a:gd name="T57" fmla="*/ 744 h 931"/>
                <a:gd name="T58" fmla="*/ 445 w 1788"/>
                <a:gd name="T59" fmla="*/ 720 h 931"/>
                <a:gd name="T60" fmla="*/ 392 w 1788"/>
                <a:gd name="T61" fmla="*/ 692 h 931"/>
                <a:gd name="T62" fmla="*/ 336 w 1788"/>
                <a:gd name="T63" fmla="*/ 663 h 931"/>
                <a:gd name="T64" fmla="*/ 284 w 1788"/>
                <a:gd name="T65" fmla="*/ 635 h 931"/>
                <a:gd name="T66" fmla="*/ 238 w 1788"/>
                <a:gd name="T67" fmla="*/ 611 h 931"/>
                <a:gd name="T68" fmla="*/ 176 w 1788"/>
                <a:gd name="T69" fmla="*/ 579 h 931"/>
                <a:gd name="T70" fmla="*/ 124 w 1788"/>
                <a:gd name="T71" fmla="*/ 552 h 931"/>
                <a:gd name="T72" fmla="*/ 77 w 1788"/>
                <a:gd name="T73" fmla="*/ 527 h 931"/>
                <a:gd name="T74" fmla="*/ 26 w 1788"/>
                <a:gd name="T75" fmla="*/ 499 h 931"/>
                <a:gd name="T76" fmla="*/ 34 w 1788"/>
                <a:gd name="T77" fmla="*/ 427 h 931"/>
                <a:gd name="T78" fmla="*/ 180 w 1788"/>
                <a:gd name="T79" fmla="*/ 350 h 931"/>
                <a:gd name="T80" fmla="*/ 347 w 1788"/>
                <a:gd name="T81" fmla="*/ 262 h 931"/>
                <a:gd name="T82" fmla="*/ 515 w 1788"/>
                <a:gd name="T83" fmla="*/ 175 h 931"/>
                <a:gd name="T84" fmla="*/ 688 w 1788"/>
                <a:gd name="T85" fmla="*/ 84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88" h="931">
                  <a:moveTo>
                    <a:pt x="864" y="0"/>
                  </a:moveTo>
                  <a:cubicBezTo>
                    <a:pt x="884" y="0"/>
                    <a:pt x="904" y="0"/>
                    <a:pt x="924" y="0"/>
                  </a:cubicBezTo>
                  <a:cubicBezTo>
                    <a:pt x="949" y="7"/>
                    <a:pt x="973" y="16"/>
                    <a:pt x="996" y="29"/>
                  </a:cubicBezTo>
                  <a:cubicBezTo>
                    <a:pt x="1022" y="43"/>
                    <a:pt x="1049" y="56"/>
                    <a:pt x="1076" y="69"/>
                  </a:cubicBezTo>
                  <a:cubicBezTo>
                    <a:pt x="1077" y="73"/>
                    <a:pt x="1080" y="73"/>
                    <a:pt x="1083" y="73"/>
                  </a:cubicBezTo>
                  <a:cubicBezTo>
                    <a:pt x="1098" y="82"/>
                    <a:pt x="1112" y="90"/>
                    <a:pt x="1128" y="96"/>
                  </a:cubicBezTo>
                  <a:cubicBezTo>
                    <a:pt x="1130" y="100"/>
                    <a:pt x="1133" y="100"/>
                    <a:pt x="1137" y="101"/>
                  </a:cubicBezTo>
                  <a:cubicBezTo>
                    <a:pt x="1149" y="109"/>
                    <a:pt x="1161" y="116"/>
                    <a:pt x="1174" y="121"/>
                  </a:cubicBezTo>
                  <a:cubicBezTo>
                    <a:pt x="1181" y="126"/>
                    <a:pt x="1188" y="130"/>
                    <a:pt x="1196" y="132"/>
                  </a:cubicBezTo>
                  <a:cubicBezTo>
                    <a:pt x="1208" y="141"/>
                    <a:pt x="1222" y="147"/>
                    <a:pt x="1236" y="153"/>
                  </a:cubicBezTo>
                  <a:cubicBezTo>
                    <a:pt x="1239" y="157"/>
                    <a:pt x="1243" y="158"/>
                    <a:pt x="1248" y="159"/>
                  </a:cubicBezTo>
                  <a:cubicBezTo>
                    <a:pt x="1261" y="167"/>
                    <a:pt x="1274" y="175"/>
                    <a:pt x="1288" y="180"/>
                  </a:cubicBezTo>
                  <a:cubicBezTo>
                    <a:pt x="1292" y="182"/>
                    <a:pt x="1296" y="185"/>
                    <a:pt x="1300" y="187"/>
                  </a:cubicBezTo>
                  <a:cubicBezTo>
                    <a:pt x="1312" y="193"/>
                    <a:pt x="1323" y="199"/>
                    <a:pt x="1335" y="204"/>
                  </a:cubicBezTo>
                  <a:cubicBezTo>
                    <a:pt x="1339" y="209"/>
                    <a:pt x="1345" y="212"/>
                    <a:pt x="1351" y="213"/>
                  </a:cubicBezTo>
                  <a:cubicBezTo>
                    <a:pt x="1363" y="221"/>
                    <a:pt x="1375" y="228"/>
                    <a:pt x="1388" y="232"/>
                  </a:cubicBezTo>
                  <a:cubicBezTo>
                    <a:pt x="1392" y="237"/>
                    <a:pt x="1398" y="239"/>
                    <a:pt x="1404" y="240"/>
                  </a:cubicBezTo>
                  <a:cubicBezTo>
                    <a:pt x="1416" y="249"/>
                    <a:pt x="1430" y="256"/>
                    <a:pt x="1444" y="261"/>
                  </a:cubicBezTo>
                  <a:cubicBezTo>
                    <a:pt x="1447" y="265"/>
                    <a:pt x="1451" y="267"/>
                    <a:pt x="1456" y="268"/>
                  </a:cubicBezTo>
                  <a:cubicBezTo>
                    <a:pt x="1468" y="276"/>
                    <a:pt x="1482" y="283"/>
                    <a:pt x="1496" y="288"/>
                  </a:cubicBezTo>
                  <a:cubicBezTo>
                    <a:pt x="1498" y="292"/>
                    <a:pt x="1501" y="292"/>
                    <a:pt x="1505" y="293"/>
                  </a:cubicBezTo>
                  <a:cubicBezTo>
                    <a:pt x="1516" y="301"/>
                    <a:pt x="1529" y="308"/>
                    <a:pt x="1542" y="313"/>
                  </a:cubicBezTo>
                  <a:cubicBezTo>
                    <a:pt x="1548" y="318"/>
                    <a:pt x="1556" y="322"/>
                    <a:pt x="1564" y="324"/>
                  </a:cubicBezTo>
                  <a:cubicBezTo>
                    <a:pt x="1576" y="333"/>
                    <a:pt x="1590" y="340"/>
                    <a:pt x="1604" y="345"/>
                  </a:cubicBezTo>
                  <a:cubicBezTo>
                    <a:pt x="1607" y="349"/>
                    <a:pt x="1611" y="351"/>
                    <a:pt x="1616" y="352"/>
                  </a:cubicBezTo>
                  <a:cubicBezTo>
                    <a:pt x="1629" y="360"/>
                    <a:pt x="1642" y="367"/>
                    <a:pt x="1656" y="372"/>
                  </a:cubicBezTo>
                  <a:cubicBezTo>
                    <a:pt x="1659" y="376"/>
                    <a:pt x="1664" y="378"/>
                    <a:pt x="1668" y="379"/>
                  </a:cubicBezTo>
                  <a:cubicBezTo>
                    <a:pt x="1680" y="385"/>
                    <a:pt x="1691" y="391"/>
                    <a:pt x="1703" y="397"/>
                  </a:cubicBezTo>
                  <a:cubicBezTo>
                    <a:pt x="1707" y="401"/>
                    <a:pt x="1713" y="404"/>
                    <a:pt x="1719" y="406"/>
                  </a:cubicBezTo>
                  <a:cubicBezTo>
                    <a:pt x="1731" y="413"/>
                    <a:pt x="1743" y="420"/>
                    <a:pt x="1756" y="424"/>
                  </a:cubicBezTo>
                  <a:cubicBezTo>
                    <a:pt x="1761" y="428"/>
                    <a:pt x="1767" y="432"/>
                    <a:pt x="1772" y="436"/>
                  </a:cubicBezTo>
                  <a:cubicBezTo>
                    <a:pt x="1780" y="445"/>
                    <a:pt x="1787" y="455"/>
                    <a:pt x="1788" y="468"/>
                  </a:cubicBezTo>
                  <a:cubicBezTo>
                    <a:pt x="1781" y="493"/>
                    <a:pt x="1761" y="502"/>
                    <a:pt x="1741" y="513"/>
                  </a:cubicBezTo>
                  <a:cubicBezTo>
                    <a:pt x="1699" y="535"/>
                    <a:pt x="1657" y="557"/>
                    <a:pt x="1616" y="579"/>
                  </a:cubicBezTo>
                  <a:cubicBezTo>
                    <a:pt x="1601" y="585"/>
                    <a:pt x="1587" y="593"/>
                    <a:pt x="1573" y="601"/>
                  </a:cubicBezTo>
                  <a:cubicBezTo>
                    <a:pt x="1531" y="623"/>
                    <a:pt x="1490" y="645"/>
                    <a:pt x="1448" y="667"/>
                  </a:cubicBezTo>
                  <a:cubicBezTo>
                    <a:pt x="1434" y="672"/>
                    <a:pt x="1420" y="679"/>
                    <a:pt x="1408" y="688"/>
                  </a:cubicBezTo>
                  <a:cubicBezTo>
                    <a:pt x="1364" y="708"/>
                    <a:pt x="1322" y="731"/>
                    <a:pt x="1279" y="755"/>
                  </a:cubicBezTo>
                  <a:cubicBezTo>
                    <a:pt x="1266" y="760"/>
                    <a:pt x="1252" y="767"/>
                    <a:pt x="1240" y="775"/>
                  </a:cubicBezTo>
                  <a:cubicBezTo>
                    <a:pt x="1198" y="795"/>
                    <a:pt x="1156" y="817"/>
                    <a:pt x="1116" y="840"/>
                  </a:cubicBezTo>
                  <a:cubicBezTo>
                    <a:pt x="1100" y="846"/>
                    <a:pt x="1086" y="854"/>
                    <a:pt x="1072" y="863"/>
                  </a:cubicBezTo>
                  <a:cubicBezTo>
                    <a:pt x="1032" y="883"/>
                    <a:pt x="992" y="903"/>
                    <a:pt x="952" y="923"/>
                  </a:cubicBezTo>
                  <a:cubicBezTo>
                    <a:pt x="943" y="925"/>
                    <a:pt x="933" y="927"/>
                    <a:pt x="924" y="929"/>
                  </a:cubicBezTo>
                  <a:cubicBezTo>
                    <a:pt x="905" y="931"/>
                    <a:pt x="887" y="930"/>
                    <a:pt x="868" y="929"/>
                  </a:cubicBezTo>
                  <a:cubicBezTo>
                    <a:pt x="861" y="928"/>
                    <a:pt x="855" y="926"/>
                    <a:pt x="848" y="925"/>
                  </a:cubicBezTo>
                  <a:cubicBezTo>
                    <a:pt x="836" y="920"/>
                    <a:pt x="825" y="916"/>
                    <a:pt x="813" y="912"/>
                  </a:cubicBezTo>
                  <a:cubicBezTo>
                    <a:pt x="808" y="907"/>
                    <a:pt x="803" y="904"/>
                    <a:pt x="797" y="903"/>
                  </a:cubicBezTo>
                  <a:cubicBezTo>
                    <a:pt x="785" y="895"/>
                    <a:pt x="773" y="889"/>
                    <a:pt x="760" y="884"/>
                  </a:cubicBezTo>
                  <a:cubicBezTo>
                    <a:pt x="756" y="880"/>
                    <a:pt x="750" y="877"/>
                    <a:pt x="744" y="876"/>
                  </a:cubicBezTo>
                  <a:cubicBezTo>
                    <a:pt x="732" y="867"/>
                    <a:pt x="718" y="860"/>
                    <a:pt x="704" y="855"/>
                  </a:cubicBezTo>
                  <a:cubicBezTo>
                    <a:pt x="701" y="851"/>
                    <a:pt x="697" y="849"/>
                    <a:pt x="692" y="848"/>
                  </a:cubicBezTo>
                  <a:cubicBezTo>
                    <a:pt x="679" y="840"/>
                    <a:pt x="666" y="833"/>
                    <a:pt x="652" y="828"/>
                  </a:cubicBezTo>
                  <a:cubicBezTo>
                    <a:pt x="650" y="824"/>
                    <a:pt x="647" y="824"/>
                    <a:pt x="643" y="823"/>
                  </a:cubicBezTo>
                  <a:cubicBezTo>
                    <a:pt x="631" y="815"/>
                    <a:pt x="619" y="808"/>
                    <a:pt x="606" y="803"/>
                  </a:cubicBezTo>
                  <a:cubicBezTo>
                    <a:pt x="599" y="798"/>
                    <a:pt x="592" y="794"/>
                    <a:pt x="584" y="792"/>
                  </a:cubicBezTo>
                  <a:cubicBezTo>
                    <a:pt x="573" y="786"/>
                    <a:pt x="562" y="780"/>
                    <a:pt x="551" y="774"/>
                  </a:cubicBezTo>
                  <a:cubicBezTo>
                    <a:pt x="545" y="771"/>
                    <a:pt x="538" y="768"/>
                    <a:pt x="532" y="765"/>
                  </a:cubicBezTo>
                  <a:cubicBezTo>
                    <a:pt x="519" y="757"/>
                    <a:pt x="506" y="749"/>
                    <a:pt x="492" y="744"/>
                  </a:cubicBezTo>
                  <a:cubicBezTo>
                    <a:pt x="488" y="742"/>
                    <a:pt x="484" y="739"/>
                    <a:pt x="480" y="737"/>
                  </a:cubicBezTo>
                  <a:cubicBezTo>
                    <a:pt x="468" y="731"/>
                    <a:pt x="457" y="725"/>
                    <a:pt x="445" y="720"/>
                  </a:cubicBezTo>
                  <a:cubicBezTo>
                    <a:pt x="441" y="715"/>
                    <a:pt x="435" y="712"/>
                    <a:pt x="429" y="711"/>
                  </a:cubicBezTo>
                  <a:cubicBezTo>
                    <a:pt x="417" y="703"/>
                    <a:pt x="405" y="696"/>
                    <a:pt x="392" y="692"/>
                  </a:cubicBezTo>
                  <a:cubicBezTo>
                    <a:pt x="388" y="687"/>
                    <a:pt x="382" y="685"/>
                    <a:pt x="376" y="684"/>
                  </a:cubicBezTo>
                  <a:cubicBezTo>
                    <a:pt x="364" y="675"/>
                    <a:pt x="350" y="668"/>
                    <a:pt x="336" y="663"/>
                  </a:cubicBezTo>
                  <a:cubicBezTo>
                    <a:pt x="333" y="659"/>
                    <a:pt x="329" y="657"/>
                    <a:pt x="324" y="656"/>
                  </a:cubicBezTo>
                  <a:cubicBezTo>
                    <a:pt x="312" y="648"/>
                    <a:pt x="298" y="641"/>
                    <a:pt x="284" y="635"/>
                  </a:cubicBezTo>
                  <a:cubicBezTo>
                    <a:pt x="282" y="632"/>
                    <a:pt x="279" y="632"/>
                    <a:pt x="275" y="631"/>
                  </a:cubicBezTo>
                  <a:cubicBezTo>
                    <a:pt x="264" y="623"/>
                    <a:pt x="251" y="616"/>
                    <a:pt x="238" y="611"/>
                  </a:cubicBezTo>
                  <a:cubicBezTo>
                    <a:pt x="232" y="606"/>
                    <a:pt x="224" y="602"/>
                    <a:pt x="216" y="600"/>
                  </a:cubicBezTo>
                  <a:cubicBezTo>
                    <a:pt x="204" y="591"/>
                    <a:pt x="190" y="584"/>
                    <a:pt x="176" y="579"/>
                  </a:cubicBezTo>
                  <a:cubicBezTo>
                    <a:pt x="173" y="575"/>
                    <a:pt x="169" y="573"/>
                    <a:pt x="164" y="572"/>
                  </a:cubicBezTo>
                  <a:cubicBezTo>
                    <a:pt x="151" y="564"/>
                    <a:pt x="138" y="557"/>
                    <a:pt x="124" y="552"/>
                  </a:cubicBezTo>
                  <a:cubicBezTo>
                    <a:pt x="121" y="548"/>
                    <a:pt x="116" y="546"/>
                    <a:pt x="112" y="545"/>
                  </a:cubicBezTo>
                  <a:cubicBezTo>
                    <a:pt x="100" y="539"/>
                    <a:pt x="89" y="533"/>
                    <a:pt x="77" y="527"/>
                  </a:cubicBezTo>
                  <a:cubicBezTo>
                    <a:pt x="73" y="523"/>
                    <a:pt x="67" y="520"/>
                    <a:pt x="61" y="518"/>
                  </a:cubicBezTo>
                  <a:cubicBezTo>
                    <a:pt x="49" y="512"/>
                    <a:pt x="37" y="506"/>
                    <a:pt x="26" y="499"/>
                  </a:cubicBezTo>
                  <a:cubicBezTo>
                    <a:pt x="21" y="495"/>
                    <a:pt x="17" y="491"/>
                    <a:pt x="12" y="487"/>
                  </a:cubicBezTo>
                  <a:cubicBezTo>
                    <a:pt x="0" y="460"/>
                    <a:pt x="5" y="443"/>
                    <a:pt x="34" y="427"/>
                  </a:cubicBezTo>
                  <a:cubicBezTo>
                    <a:pt x="67" y="408"/>
                    <a:pt x="102" y="390"/>
                    <a:pt x="136" y="372"/>
                  </a:cubicBezTo>
                  <a:cubicBezTo>
                    <a:pt x="152" y="367"/>
                    <a:pt x="166" y="358"/>
                    <a:pt x="180" y="350"/>
                  </a:cubicBezTo>
                  <a:cubicBezTo>
                    <a:pt x="222" y="329"/>
                    <a:pt x="264" y="308"/>
                    <a:pt x="304" y="284"/>
                  </a:cubicBezTo>
                  <a:cubicBezTo>
                    <a:pt x="320" y="279"/>
                    <a:pt x="333" y="270"/>
                    <a:pt x="347" y="262"/>
                  </a:cubicBezTo>
                  <a:cubicBezTo>
                    <a:pt x="389" y="240"/>
                    <a:pt x="431" y="218"/>
                    <a:pt x="472" y="196"/>
                  </a:cubicBezTo>
                  <a:cubicBezTo>
                    <a:pt x="487" y="191"/>
                    <a:pt x="501" y="183"/>
                    <a:pt x="515" y="175"/>
                  </a:cubicBezTo>
                  <a:cubicBezTo>
                    <a:pt x="557" y="153"/>
                    <a:pt x="599" y="131"/>
                    <a:pt x="640" y="109"/>
                  </a:cubicBezTo>
                  <a:cubicBezTo>
                    <a:pt x="657" y="102"/>
                    <a:pt x="673" y="94"/>
                    <a:pt x="688" y="84"/>
                  </a:cubicBezTo>
                  <a:cubicBezTo>
                    <a:pt x="748" y="58"/>
                    <a:pt x="801" y="19"/>
                    <a:pt x="864" y="0"/>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63" name="Freeform 6">
              <a:extLst>
                <a:ext uri="{FF2B5EF4-FFF2-40B4-BE49-F238E27FC236}">
                  <a16:creationId xmlns:a16="http://schemas.microsoft.com/office/drawing/2014/main" id="{62F96F1F-67E1-1FCD-9F35-C1682A72DAF8}"/>
                </a:ext>
              </a:extLst>
            </p:cNvPr>
            <p:cNvSpPr>
              <a:spLocks/>
            </p:cNvSpPr>
            <p:nvPr/>
          </p:nvSpPr>
          <p:spPr bwMode="auto">
            <a:xfrm>
              <a:off x="6697663" y="1638300"/>
              <a:ext cx="247650" cy="395288"/>
            </a:xfrm>
            <a:custGeom>
              <a:avLst/>
              <a:gdLst>
                <a:gd name="T0" fmla="*/ 794 w 851"/>
                <a:gd name="T1" fmla="*/ 1352 h 1352"/>
                <a:gd name="T2" fmla="*/ 665 w 851"/>
                <a:gd name="T3" fmla="*/ 1279 h 1352"/>
                <a:gd name="T4" fmla="*/ 610 w 851"/>
                <a:gd name="T5" fmla="*/ 1248 h 1352"/>
                <a:gd name="T6" fmla="*/ 558 w 851"/>
                <a:gd name="T7" fmla="*/ 1217 h 1352"/>
                <a:gd name="T8" fmla="*/ 506 w 851"/>
                <a:gd name="T9" fmla="*/ 1188 h 1352"/>
                <a:gd name="T10" fmla="*/ 458 w 851"/>
                <a:gd name="T11" fmla="*/ 1160 h 1352"/>
                <a:gd name="T12" fmla="*/ 402 w 851"/>
                <a:gd name="T13" fmla="*/ 1128 h 1352"/>
                <a:gd name="T14" fmla="*/ 354 w 851"/>
                <a:gd name="T15" fmla="*/ 1100 h 1352"/>
                <a:gd name="T16" fmla="*/ 310 w 851"/>
                <a:gd name="T17" fmla="*/ 1075 h 1352"/>
                <a:gd name="T18" fmla="*/ 255 w 851"/>
                <a:gd name="T19" fmla="*/ 1043 h 1352"/>
                <a:gd name="T20" fmla="*/ 202 w 851"/>
                <a:gd name="T21" fmla="*/ 1013 h 1352"/>
                <a:gd name="T22" fmla="*/ 157 w 851"/>
                <a:gd name="T23" fmla="*/ 987 h 1352"/>
                <a:gd name="T24" fmla="*/ 102 w 851"/>
                <a:gd name="T25" fmla="*/ 955 h 1352"/>
                <a:gd name="T26" fmla="*/ 54 w 851"/>
                <a:gd name="T27" fmla="*/ 924 h 1352"/>
                <a:gd name="T28" fmla="*/ 19 w 851"/>
                <a:gd name="T29" fmla="*/ 879 h 1352"/>
                <a:gd name="T30" fmla="*/ 1 w 851"/>
                <a:gd name="T31" fmla="*/ 824 h 1352"/>
                <a:gd name="T32" fmla="*/ 0 w 851"/>
                <a:gd name="T33" fmla="*/ 748 h 1352"/>
                <a:gd name="T34" fmla="*/ 0 w 851"/>
                <a:gd name="T35" fmla="*/ 668 h 1352"/>
                <a:gd name="T36" fmla="*/ 0 w 851"/>
                <a:gd name="T37" fmla="*/ 588 h 1352"/>
                <a:gd name="T38" fmla="*/ 0 w 851"/>
                <a:gd name="T39" fmla="*/ 508 h 1352"/>
                <a:gd name="T40" fmla="*/ 0 w 851"/>
                <a:gd name="T41" fmla="*/ 428 h 1352"/>
                <a:gd name="T42" fmla="*/ 0 w 851"/>
                <a:gd name="T43" fmla="*/ 348 h 1352"/>
                <a:gd name="T44" fmla="*/ 0 w 851"/>
                <a:gd name="T45" fmla="*/ 268 h 1352"/>
                <a:gd name="T46" fmla="*/ 0 w 851"/>
                <a:gd name="T47" fmla="*/ 188 h 1352"/>
                <a:gd name="T48" fmla="*/ 0 w 851"/>
                <a:gd name="T49" fmla="*/ 108 h 1352"/>
                <a:gd name="T50" fmla="*/ 18 w 851"/>
                <a:gd name="T51" fmla="*/ 8 h 1352"/>
                <a:gd name="T52" fmla="*/ 85 w 851"/>
                <a:gd name="T53" fmla="*/ 12 h 1352"/>
                <a:gd name="T54" fmla="*/ 141 w 851"/>
                <a:gd name="T55" fmla="*/ 42 h 1352"/>
                <a:gd name="T56" fmla="*/ 194 w 851"/>
                <a:gd name="T57" fmla="*/ 69 h 1352"/>
                <a:gd name="T58" fmla="*/ 240 w 851"/>
                <a:gd name="T59" fmla="*/ 93 h 1352"/>
                <a:gd name="T60" fmla="*/ 302 w 851"/>
                <a:gd name="T61" fmla="*/ 124 h 1352"/>
                <a:gd name="T62" fmla="*/ 349 w 851"/>
                <a:gd name="T63" fmla="*/ 149 h 1352"/>
                <a:gd name="T64" fmla="*/ 402 w 851"/>
                <a:gd name="T65" fmla="*/ 176 h 1352"/>
                <a:gd name="T66" fmla="*/ 458 w 851"/>
                <a:gd name="T67" fmla="*/ 205 h 1352"/>
                <a:gd name="T68" fmla="*/ 510 w 851"/>
                <a:gd name="T69" fmla="*/ 232 h 1352"/>
                <a:gd name="T70" fmla="*/ 566 w 851"/>
                <a:gd name="T71" fmla="*/ 261 h 1352"/>
                <a:gd name="T72" fmla="*/ 618 w 851"/>
                <a:gd name="T73" fmla="*/ 288 h 1352"/>
                <a:gd name="T74" fmla="*/ 665 w 851"/>
                <a:gd name="T75" fmla="*/ 312 h 1352"/>
                <a:gd name="T76" fmla="*/ 721 w 851"/>
                <a:gd name="T77" fmla="*/ 342 h 1352"/>
                <a:gd name="T78" fmla="*/ 774 w 851"/>
                <a:gd name="T79" fmla="*/ 369 h 1352"/>
                <a:gd name="T80" fmla="*/ 817 w 851"/>
                <a:gd name="T81" fmla="*/ 406 h 1352"/>
                <a:gd name="T82" fmla="*/ 843 w 851"/>
                <a:gd name="T83" fmla="*/ 452 h 1352"/>
                <a:gd name="T84" fmla="*/ 851 w 851"/>
                <a:gd name="T85" fmla="*/ 524 h 1352"/>
                <a:gd name="T86" fmla="*/ 851 w 851"/>
                <a:gd name="T87" fmla="*/ 604 h 1352"/>
                <a:gd name="T88" fmla="*/ 851 w 851"/>
                <a:gd name="T89" fmla="*/ 684 h 1352"/>
                <a:gd name="T90" fmla="*/ 851 w 851"/>
                <a:gd name="T91" fmla="*/ 764 h 1352"/>
                <a:gd name="T92" fmla="*/ 851 w 851"/>
                <a:gd name="T93" fmla="*/ 844 h 1352"/>
                <a:gd name="T94" fmla="*/ 851 w 851"/>
                <a:gd name="T95" fmla="*/ 924 h 1352"/>
                <a:gd name="T96" fmla="*/ 851 w 851"/>
                <a:gd name="T97" fmla="*/ 1004 h 1352"/>
                <a:gd name="T98" fmla="*/ 851 w 851"/>
                <a:gd name="T99" fmla="*/ 1084 h 1352"/>
                <a:gd name="T100" fmla="*/ 851 w 851"/>
                <a:gd name="T101" fmla="*/ 1164 h 1352"/>
                <a:gd name="T102" fmla="*/ 851 w 851"/>
                <a:gd name="T103" fmla="*/ 1244 h 1352"/>
                <a:gd name="T104" fmla="*/ 850 w 851"/>
                <a:gd name="T105" fmla="*/ 1302 h 1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51" h="1352">
                  <a:moveTo>
                    <a:pt x="818" y="1352"/>
                  </a:moveTo>
                  <a:cubicBezTo>
                    <a:pt x="810" y="1352"/>
                    <a:pt x="802" y="1352"/>
                    <a:pt x="794" y="1352"/>
                  </a:cubicBezTo>
                  <a:cubicBezTo>
                    <a:pt x="756" y="1330"/>
                    <a:pt x="718" y="1309"/>
                    <a:pt x="679" y="1287"/>
                  </a:cubicBezTo>
                  <a:cubicBezTo>
                    <a:pt x="676" y="1283"/>
                    <a:pt x="670" y="1281"/>
                    <a:pt x="665" y="1279"/>
                  </a:cubicBezTo>
                  <a:cubicBezTo>
                    <a:pt x="651" y="1269"/>
                    <a:pt x="637" y="1261"/>
                    <a:pt x="622" y="1255"/>
                  </a:cubicBezTo>
                  <a:cubicBezTo>
                    <a:pt x="619" y="1251"/>
                    <a:pt x="615" y="1248"/>
                    <a:pt x="610" y="1248"/>
                  </a:cubicBezTo>
                  <a:cubicBezTo>
                    <a:pt x="599" y="1239"/>
                    <a:pt x="588" y="1232"/>
                    <a:pt x="575" y="1228"/>
                  </a:cubicBezTo>
                  <a:cubicBezTo>
                    <a:pt x="569" y="1224"/>
                    <a:pt x="564" y="1221"/>
                    <a:pt x="558" y="1217"/>
                  </a:cubicBezTo>
                  <a:cubicBezTo>
                    <a:pt x="545" y="1210"/>
                    <a:pt x="532" y="1202"/>
                    <a:pt x="518" y="1195"/>
                  </a:cubicBezTo>
                  <a:cubicBezTo>
                    <a:pt x="515" y="1191"/>
                    <a:pt x="511" y="1188"/>
                    <a:pt x="506" y="1188"/>
                  </a:cubicBezTo>
                  <a:cubicBezTo>
                    <a:pt x="495" y="1179"/>
                    <a:pt x="483" y="1172"/>
                    <a:pt x="470" y="1167"/>
                  </a:cubicBezTo>
                  <a:cubicBezTo>
                    <a:pt x="467" y="1163"/>
                    <a:pt x="463" y="1161"/>
                    <a:pt x="458" y="1160"/>
                  </a:cubicBezTo>
                  <a:cubicBezTo>
                    <a:pt x="447" y="1152"/>
                    <a:pt x="435" y="1145"/>
                    <a:pt x="423" y="1140"/>
                  </a:cubicBezTo>
                  <a:cubicBezTo>
                    <a:pt x="417" y="1134"/>
                    <a:pt x="410" y="1130"/>
                    <a:pt x="402" y="1128"/>
                  </a:cubicBezTo>
                  <a:cubicBezTo>
                    <a:pt x="391" y="1120"/>
                    <a:pt x="379" y="1112"/>
                    <a:pt x="366" y="1107"/>
                  </a:cubicBezTo>
                  <a:cubicBezTo>
                    <a:pt x="363" y="1103"/>
                    <a:pt x="359" y="1101"/>
                    <a:pt x="354" y="1100"/>
                  </a:cubicBezTo>
                  <a:cubicBezTo>
                    <a:pt x="343" y="1092"/>
                    <a:pt x="331" y="1085"/>
                    <a:pt x="318" y="1080"/>
                  </a:cubicBezTo>
                  <a:cubicBezTo>
                    <a:pt x="317" y="1076"/>
                    <a:pt x="313" y="1076"/>
                    <a:pt x="310" y="1075"/>
                  </a:cubicBezTo>
                  <a:cubicBezTo>
                    <a:pt x="297" y="1066"/>
                    <a:pt x="284" y="1058"/>
                    <a:pt x="270" y="1052"/>
                  </a:cubicBezTo>
                  <a:cubicBezTo>
                    <a:pt x="266" y="1047"/>
                    <a:pt x="261" y="1045"/>
                    <a:pt x="255" y="1043"/>
                  </a:cubicBezTo>
                  <a:cubicBezTo>
                    <a:pt x="242" y="1034"/>
                    <a:pt x="229" y="1026"/>
                    <a:pt x="214" y="1020"/>
                  </a:cubicBezTo>
                  <a:cubicBezTo>
                    <a:pt x="211" y="1016"/>
                    <a:pt x="207" y="1014"/>
                    <a:pt x="202" y="1013"/>
                  </a:cubicBezTo>
                  <a:cubicBezTo>
                    <a:pt x="193" y="1006"/>
                    <a:pt x="183" y="999"/>
                    <a:pt x="172" y="995"/>
                  </a:cubicBezTo>
                  <a:cubicBezTo>
                    <a:pt x="168" y="991"/>
                    <a:pt x="163" y="988"/>
                    <a:pt x="157" y="987"/>
                  </a:cubicBezTo>
                  <a:cubicBezTo>
                    <a:pt x="143" y="979"/>
                    <a:pt x="129" y="970"/>
                    <a:pt x="115" y="962"/>
                  </a:cubicBezTo>
                  <a:cubicBezTo>
                    <a:pt x="110" y="960"/>
                    <a:pt x="106" y="958"/>
                    <a:pt x="102" y="955"/>
                  </a:cubicBezTo>
                  <a:cubicBezTo>
                    <a:pt x="89" y="947"/>
                    <a:pt x="76" y="939"/>
                    <a:pt x="62" y="931"/>
                  </a:cubicBezTo>
                  <a:cubicBezTo>
                    <a:pt x="59" y="929"/>
                    <a:pt x="57" y="926"/>
                    <a:pt x="54" y="924"/>
                  </a:cubicBezTo>
                  <a:cubicBezTo>
                    <a:pt x="46" y="915"/>
                    <a:pt x="38" y="905"/>
                    <a:pt x="30" y="896"/>
                  </a:cubicBezTo>
                  <a:cubicBezTo>
                    <a:pt x="26" y="890"/>
                    <a:pt x="22" y="885"/>
                    <a:pt x="19" y="879"/>
                  </a:cubicBezTo>
                  <a:cubicBezTo>
                    <a:pt x="14" y="867"/>
                    <a:pt x="10" y="856"/>
                    <a:pt x="5" y="844"/>
                  </a:cubicBezTo>
                  <a:cubicBezTo>
                    <a:pt x="4" y="837"/>
                    <a:pt x="2" y="831"/>
                    <a:pt x="1" y="824"/>
                  </a:cubicBezTo>
                  <a:cubicBezTo>
                    <a:pt x="1" y="805"/>
                    <a:pt x="1" y="787"/>
                    <a:pt x="1" y="768"/>
                  </a:cubicBezTo>
                  <a:cubicBezTo>
                    <a:pt x="1" y="761"/>
                    <a:pt x="0" y="755"/>
                    <a:pt x="0" y="748"/>
                  </a:cubicBezTo>
                  <a:cubicBezTo>
                    <a:pt x="0" y="728"/>
                    <a:pt x="1" y="708"/>
                    <a:pt x="1" y="688"/>
                  </a:cubicBezTo>
                  <a:cubicBezTo>
                    <a:pt x="1" y="681"/>
                    <a:pt x="0" y="675"/>
                    <a:pt x="0" y="668"/>
                  </a:cubicBezTo>
                  <a:cubicBezTo>
                    <a:pt x="0" y="648"/>
                    <a:pt x="1" y="628"/>
                    <a:pt x="1" y="608"/>
                  </a:cubicBezTo>
                  <a:cubicBezTo>
                    <a:pt x="1" y="601"/>
                    <a:pt x="0" y="595"/>
                    <a:pt x="0" y="588"/>
                  </a:cubicBezTo>
                  <a:cubicBezTo>
                    <a:pt x="0" y="568"/>
                    <a:pt x="1" y="548"/>
                    <a:pt x="1" y="528"/>
                  </a:cubicBezTo>
                  <a:cubicBezTo>
                    <a:pt x="1" y="521"/>
                    <a:pt x="0" y="515"/>
                    <a:pt x="0" y="508"/>
                  </a:cubicBezTo>
                  <a:cubicBezTo>
                    <a:pt x="0" y="488"/>
                    <a:pt x="1" y="468"/>
                    <a:pt x="1" y="448"/>
                  </a:cubicBezTo>
                  <a:cubicBezTo>
                    <a:pt x="1" y="441"/>
                    <a:pt x="0" y="435"/>
                    <a:pt x="0" y="428"/>
                  </a:cubicBezTo>
                  <a:cubicBezTo>
                    <a:pt x="0" y="408"/>
                    <a:pt x="1" y="388"/>
                    <a:pt x="1" y="368"/>
                  </a:cubicBezTo>
                  <a:cubicBezTo>
                    <a:pt x="1" y="361"/>
                    <a:pt x="0" y="355"/>
                    <a:pt x="0" y="348"/>
                  </a:cubicBezTo>
                  <a:cubicBezTo>
                    <a:pt x="0" y="328"/>
                    <a:pt x="1" y="308"/>
                    <a:pt x="1" y="288"/>
                  </a:cubicBezTo>
                  <a:cubicBezTo>
                    <a:pt x="1" y="281"/>
                    <a:pt x="0" y="275"/>
                    <a:pt x="0" y="268"/>
                  </a:cubicBezTo>
                  <a:cubicBezTo>
                    <a:pt x="0" y="248"/>
                    <a:pt x="1" y="228"/>
                    <a:pt x="1" y="208"/>
                  </a:cubicBezTo>
                  <a:cubicBezTo>
                    <a:pt x="1" y="201"/>
                    <a:pt x="0" y="195"/>
                    <a:pt x="0" y="188"/>
                  </a:cubicBezTo>
                  <a:cubicBezTo>
                    <a:pt x="0" y="168"/>
                    <a:pt x="1" y="148"/>
                    <a:pt x="1" y="128"/>
                  </a:cubicBezTo>
                  <a:cubicBezTo>
                    <a:pt x="1" y="121"/>
                    <a:pt x="0" y="115"/>
                    <a:pt x="0" y="108"/>
                  </a:cubicBezTo>
                  <a:cubicBezTo>
                    <a:pt x="1" y="92"/>
                    <a:pt x="2" y="75"/>
                    <a:pt x="1" y="59"/>
                  </a:cubicBezTo>
                  <a:cubicBezTo>
                    <a:pt x="1" y="40"/>
                    <a:pt x="5" y="23"/>
                    <a:pt x="18" y="8"/>
                  </a:cubicBezTo>
                  <a:cubicBezTo>
                    <a:pt x="27" y="4"/>
                    <a:pt x="36" y="1"/>
                    <a:pt x="46" y="0"/>
                  </a:cubicBezTo>
                  <a:cubicBezTo>
                    <a:pt x="59" y="4"/>
                    <a:pt x="72" y="8"/>
                    <a:pt x="85" y="12"/>
                  </a:cubicBezTo>
                  <a:cubicBezTo>
                    <a:pt x="90" y="17"/>
                    <a:pt x="95" y="20"/>
                    <a:pt x="102" y="21"/>
                  </a:cubicBezTo>
                  <a:cubicBezTo>
                    <a:pt x="115" y="28"/>
                    <a:pt x="128" y="35"/>
                    <a:pt x="141" y="42"/>
                  </a:cubicBezTo>
                  <a:cubicBezTo>
                    <a:pt x="146" y="44"/>
                    <a:pt x="150" y="46"/>
                    <a:pt x="154" y="48"/>
                  </a:cubicBezTo>
                  <a:cubicBezTo>
                    <a:pt x="166" y="57"/>
                    <a:pt x="180" y="63"/>
                    <a:pt x="194" y="69"/>
                  </a:cubicBezTo>
                  <a:cubicBezTo>
                    <a:pt x="196" y="72"/>
                    <a:pt x="199" y="72"/>
                    <a:pt x="203" y="73"/>
                  </a:cubicBezTo>
                  <a:cubicBezTo>
                    <a:pt x="214" y="81"/>
                    <a:pt x="227" y="88"/>
                    <a:pt x="240" y="93"/>
                  </a:cubicBezTo>
                  <a:cubicBezTo>
                    <a:pt x="247" y="98"/>
                    <a:pt x="254" y="102"/>
                    <a:pt x="262" y="104"/>
                  </a:cubicBezTo>
                  <a:cubicBezTo>
                    <a:pt x="275" y="112"/>
                    <a:pt x="288" y="119"/>
                    <a:pt x="302" y="124"/>
                  </a:cubicBezTo>
                  <a:cubicBezTo>
                    <a:pt x="305" y="129"/>
                    <a:pt x="309" y="130"/>
                    <a:pt x="314" y="131"/>
                  </a:cubicBezTo>
                  <a:cubicBezTo>
                    <a:pt x="326" y="137"/>
                    <a:pt x="337" y="143"/>
                    <a:pt x="349" y="149"/>
                  </a:cubicBezTo>
                  <a:cubicBezTo>
                    <a:pt x="355" y="154"/>
                    <a:pt x="362" y="158"/>
                    <a:pt x="370" y="160"/>
                  </a:cubicBezTo>
                  <a:cubicBezTo>
                    <a:pt x="380" y="167"/>
                    <a:pt x="390" y="172"/>
                    <a:pt x="402" y="176"/>
                  </a:cubicBezTo>
                  <a:cubicBezTo>
                    <a:pt x="406" y="181"/>
                    <a:pt x="412" y="183"/>
                    <a:pt x="418" y="184"/>
                  </a:cubicBezTo>
                  <a:cubicBezTo>
                    <a:pt x="430" y="193"/>
                    <a:pt x="444" y="200"/>
                    <a:pt x="458" y="205"/>
                  </a:cubicBezTo>
                  <a:cubicBezTo>
                    <a:pt x="461" y="209"/>
                    <a:pt x="465" y="211"/>
                    <a:pt x="470" y="212"/>
                  </a:cubicBezTo>
                  <a:cubicBezTo>
                    <a:pt x="483" y="220"/>
                    <a:pt x="496" y="227"/>
                    <a:pt x="510" y="232"/>
                  </a:cubicBezTo>
                  <a:cubicBezTo>
                    <a:pt x="512" y="236"/>
                    <a:pt x="516" y="236"/>
                    <a:pt x="519" y="237"/>
                  </a:cubicBezTo>
                  <a:cubicBezTo>
                    <a:pt x="534" y="247"/>
                    <a:pt x="549" y="255"/>
                    <a:pt x="566" y="261"/>
                  </a:cubicBezTo>
                  <a:cubicBezTo>
                    <a:pt x="569" y="265"/>
                    <a:pt x="573" y="267"/>
                    <a:pt x="578" y="268"/>
                  </a:cubicBezTo>
                  <a:cubicBezTo>
                    <a:pt x="591" y="276"/>
                    <a:pt x="604" y="283"/>
                    <a:pt x="618" y="288"/>
                  </a:cubicBezTo>
                  <a:cubicBezTo>
                    <a:pt x="622" y="290"/>
                    <a:pt x="626" y="293"/>
                    <a:pt x="630" y="295"/>
                  </a:cubicBezTo>
                  <a:cubicBezTo>
                    <a:pt x="642" y="301"/>
                    <a:pt x="653" y="307"/>
                    <a:pt x="665" y="312"/>
                  </a:cubicBezTo>
                  <a:cubicBezTo>
                    <a:pt x="670" y="317"/>
                    <a:pt x="675" y="320"/>
                    <a:pt x="681" y="321"/>
                  </a:cubicBezTo>
                  <a:cubicBezTo>
                    <a:pt x="695" y="328"/>
                    <a:pt x="708" y="335"/>
                    <a:pt x="721" y="342"/>
                  </a:cubicBezTo>
                  <a:cubicBezTo>
                    <a:pt x="726" y="344"/>
                    <a:pt x="730" y="346"/>
                    <a:pt x="734" y="348"/>
                  </a:cubicBezTo>
                  <a:cubicBezTo>
                    <a:pt x="746" y="357"/>
                    <a:pt x="760" y="363"/>
                    <a:pt x="774" y="369"/>
                  </a:cubicBezTo>
                  <a:cubicBezTo>
                    <a:pt x="778" y="371"/>
                    <a:pt x="782" y="374"/>
                    <a:pt x="786" y="376"/>
                  </a:cubicBezTo>
                  <a:cubicBezTo>
                    <a:pt x="796" y="386"/>
                    <a:pt x="807" y="396"/>
                    <a:pt x="817" y="406"/>
                  </a:cubicBezTo>
                  <a:cubicBezTo>
                    <a:pt x="819" y="410"/>
                    <a:pt x="821" y="414"/>
                    <a:pt x="826" y="417"/>
                  </a:cubicBezTo>
                  <a:cubicBezTo>
                    <a:pt x="831" y="429"/>
                    <a:pt x="837" y="440"/>
                    <a:pt x="843" y="452"/>
                  </a:cubicBezTo>
                  <a:cubicBezTo>
                    <a:pt x="844" y="458"/>
                    <a:pt x="846" y="463"/>
                    <a:pt x="848" y="469"/>
                  </a:cubicBezTo>
                  <a:cubicBezTo>
                    <a:pt x="849" y="487"/>
                    <a:pt x="850" y="506"/>
                    <a:pt x="851" y="524"/>
                  </a:cubicBezTo>
                  <a:cubicBezTo>
                    <a:pt x="851" y="531"/>
                    <a:pt x="851" y="537"/>
                    <a:pt x="851" y="544"/>
                  </a:cubicBezTo>
                  <a:cubicBezTo>
                    <a:pt x="851" y="564"/>
                    <a:pt x="851" y="584"/>
                    <a:pt x="851" y="604"/>
                  </a:cubicBezTo>
                  <a:cubicBezTo>
                    <a:pt x="851" y="611"/>
                    <a:pt x="851" y="617"/>
                    <a:pt x="851" y="624"/>
                  </a:cubicBezTo>
                  <a:cubicBezTo>
                    <a:pt x="851" y="644"/>
                    <a:pt x="851" y="664"/>
                    <a:pt x="851" y="684"/>
                  </a:cubicBezTo>
                  <a:cubicBezTo>
                    <a:pt x="851" y="691"/>
                    <a:pt x="851" y="697"/>
                    <a:pt x="851" y="704"/>
                  </a:cubicBezTo>
                  <a:cubicBezTo>
                    <a:pt x="851" y="724"/>
                    <a:pt x="851" y="744"/>
                    <a:pt x="851" y="764"/>
                  </a:cubicBezTo>
                  <a:cubicBezTo>
                    <a:pt x="851" y="771"/>
                    <a:pt x="851" y="777"/>
                    <a:pt x="851" y="784"/>
                  </a:cubicBezTo>
                  <a:cubicBezTo>
                    <a:pt x="851" y="804"/>
                    <a:pt x="851" y="824"/>
                    <a:pt x="851" y="844"/>
                  </a:cubicBezTo>
                  <a:cubicBezTo>
                    <a:pt x="851" y="851"/>
                    <a:pt x="851" y="857"/>
                    <a:pt x="851" y="864"/>
                  </a:cubicBezTo>
                  <a:cubicBezTo>
                    <a:pt x="851" y="884"/>
                    <a:pt x="851" y="904"/>
                    <a:pt x="851" y="924"/>
                  </a:cubicBezTo>
                  <a:cubicBezTo>
                    <a:pt x="851" y="931"/>
                    <a:pt x="851" y="937"/>
                    <a:pt x="851" y="944"/>
                  </a:cubicBezTo>
                  <a:cubicBezTo>
                    <a:pt x="851" y="964"/>
                    <a:pt x="851" y="984"/>
                    <a:pt x="851" y="1004"/>
                  </a:cubicBezTo>
                  <a:cubicBezTo>
                    <a:pt x="851" y="1011"/>
                    <a:pt x="851" y="1017"/>
                    <a:pt x="851" y="1024"/>
                  </a:cubicBezTo>
                  <a:cubicBezTo>
                    <a:pt x="851" y="1044"/>
                    <a:pt x="851" y="1064"/>
                    <a:pt x="851" y="1084"/>
                  </a:cubicBezTo>
                  <a:cubicBezTo>
                    <a:pt x="851" y="1091"/>
                    <a:pt x="851" y="1097"/>
                    <a:pt x="851" y="1104"/>
                  </a:cubicBezTo>
                  <a:cubicBezTo>
                    <a:pt x="851" y="1124"/>
                    <a:pt x="851" y="1144"/>
                    <a:pt x="851" y="1164"/>
                  </a:cubicBezTo>
                  <a:cubicBezTo>
                    <a:pt x="851" y="1171"/>
                    <a:pt x="851" y="1177"/>
                    <a:pt x="851" y="1184"/>
                  </a:cubicBezTo>
                  <a:cubicBezTo>
                    <a:pt x="851" y="1204"/>
                    <a:pt x="851" y="1224"/>
                    <a:pt x="851" y="1244"/>
                  </a:cubicBezTo>
                  <a:cubicBezTo>
                    <a:pt x="851" y="1251"/>
                    <a:pt x="851" y="1257"/>
                    <a:pt x="851" y="1264"/>
                  </a:cubicBezTo>
                  <a:cubicBezTo>
                    <a:pt x="850" y="1277"/>
                    <a:pt x="850" y="1289"/>
                    <a:pt x="850" y="1302"/>
                  </a:cubicBezTo>
                  <a:cubicBezTo>
                    <a:pt x="850" y="1325"/>
                    <a:pt x="841" y="1343"/>
                    <a:pt x="818" y="1352"/>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sp>
          <p:nvSpPr>
            <p:cNvPr id="64" name="Freeform 7">
              <a:extLst>
                <a:ext uri="{FF2B5EF4-FFF2-40B4-BE49-F238E27FC236}">
                  <a16:creationId xmlns:a16="http://schemas.microsoft.com/office/drawing/2014/main" id="{92469248-FC55-D775-4256-6B43D8197A30}"/>
                </a:ext>
              </a:extLst>
            </p:cNvPr>
            <p:cNvSpPr>
              <a:spLocks/>
            </p:cNvSpPr>
            <p:nvPr/>
          </p:nvSpPr>
          <p:spPr bwMode="auto">
            <a:xfrm>
              <a:off x="7004050" y="1638300"/>
              <a:ext cx="247650" cy="395288"/>
            </a:xfrm>
            <a:custGeom>
              <a:avLst/>
              <a:gdLst>
                <a:gd name="T0" fmla="*/ 29 w 851"/>
                <a:gd name="T1" fmla="*/ 1354 h 1354"/>
                <a:gd name="T2" fmla="*/ 0 w 851"/>
                <a:gd name="T3" fmla="*/ 1238 h 1354"/>
                <a:gd name="T4" fmla="*/ 0 w 851"/>
                <a:gd name="T5" fmla="*/ 1158 h 1354"/>
                <a:gd name="T6" fmla="*/ 0 w 851"/>
                <a:gd name="T7" fmla="*/ 1078 h 1354"/>
                <a:gd name="T8" fmla="*/ 0 w 851"/>
                <a:gd name="T9" fmla="*/ 998 h 1354"/>
                <a:gd name="T10" fmla="*/ 0 w 851"/>
                <a:gd name="T11" fmla="*/ 918 h 1354"/>
                <a:gd name="T12" fmla="*/ 0 w 851"/>
                <a:gd name="T13" fmla="*/ 838 h 1354"/>
                <a:gd name="T14" fmla="*/ 0 w 851"/>
                <a:gd name="T15" fmla="*/ 758 h 1354"/>
                <a:gd name="T16" fmla="*/ 0 w 851"/>
                <a:gd name="T17" fmla="*/ 678 h 1354"/>
                <a:gd name="T18" fmla="*/ 0 w 851"/>
                <a:gd name="T19" fmla="*/ 598 h 1354"/>
                <a:gd name="T20" fmla="*/ 0 w 851"/>
                <a:gd name="T21" fmla="*/ 518 h 1354"/>
                <a:gd name="T22" fmla="*/ 38 w 851"/>
                <a:gd name="T23" fmla="*/ 402 h 1354"/>
                <a:gd name="T24" fmla="*/ 89 w 851"/>
                <a:gd name="T25" fmla="*/ 366 h 1354"/>
                <a:gd name="T26" fmla="*/ 225 w 851"/>
                <a:gd name="T27" fmla="*/ 294 h 1354"/>
                <a:gd name="T28" fmla="*/ 392 w 851"/>
                <a:gd name="T29" fmla="*/ 208 h 1354"/>
                <a:gd name="T30" fmla="*/ 557 w 851"/>
                <a:gd name="T31" fmla="*/ 123 h 1354"/>
                <a:gd name="T32" fmla="*/ 724 w 851"/>
                <a:gd name="T33" fmla="*/ 37 h 1354"/>
                <a:gd name="T34" fmla="*/ 817 w 851"/>
                <a:gd name="T35" fmla="*/ 2 h 1354"/>
                <a:gd name="T36" fmla="*/ 849 w 851"/>
                <a:gd name="T37" fmla="*/ 38 h 1354"/>
                <a:gd name="T38" fmla="*/ 851 w 851"/>
                <a:gd name="T39" fmla="*/ 114 h 1354"/>
                <a:gd name="T40" fmla="*/ 851 w 851"/>
                <a:gd name="T41" fmla="*/ 194 h 1354"/>
                <a:gd name="T42" fmla="*/ 851 w 851"/>
                <a:gd name="T43" fmla="*/ 274 h 1354"/>
                <a:gd name="T44" fmla="*/ 851 w 851"/>
                <a:gd name="T45" fmla="*/ 354 h 1354"/>
                <a:gd name="T46" fmla="*/ 851 w 851"/>
                <a:gd name="T47" fmla="*/ 434 h 1354"/>
                <a:gd name="T48" fmla="*/ 851 w 851"/>
                <a:gd name="T49" fmla="*/ 514 h 1354"/>
                <a:gd name="T50" fmla="*/ 851 w 851"/>
                <a:gd name="T51" fmla="*/ 594 h 1354"/>
                <a:gd name="T52" fmla="*/ 851 w 851"/>
                <a:gd name="T53" fmla="*/ 674 h 1354"/>
                <a:gd name="T54" fmla="*/ 851 w 851"/>
                <a:gd name="T55" fmla="*/ 754 h 1354"/>
                <a:gd name="T56" fmla="*/ 849 w 851"/>
                <a:gd name="T57" fmla="*/ 838 h 1354"/>
                <a:gd name="T58" fmla="*/ 749 w 851"/>
                <a:gd name="T59" fmla="*/ 958 h 1354"/>
                <a:gd name="T60" fmla="*/ 561 w 851"/>
                <a:gd name="T61" fmla="*/ 1066 h 1354"/>
                <a:gd name="T62" fmla="*/ 373 w 851"/>
                <a:gd name="T63" fmla="*/ 1174 h 1354"/>
                <a:gd name="T64" fmla="*/ 185 w 851"/>
                <a:gd name="T65" fmla="*/ 1282 h 1354"/>
                <a:gd name="T66" fmla="*/ 57 w 851"/>
                <a:gd name="T67" fmla="*/ 1354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51" h="1354">
                  <a:moveTo>
                    <a:pt x="57" y="1354"/>
                  </a:moveTo>
                  <a:cubicBezTo>
                    <a:pt x="48" y="1354"/>
                    <a:pt x="38" y="1354"/>
                    <a:pt x="29" y="1354"/>
                  </a:cubicBezTo>
                  <a:cubicBezTo>
                    <a:pt x="7" y="1341"/>
                    <a:pt x="0" y="1322"/>
                    <a:pt x="1" y="1297"/>
                  </a:cubicBezTo>
                  <a:cubicBezTo>
                    <a:pt x="2" y="1278"/>
                    <a:pt x="1" y="1258"/>
                    <a:pt x="0" y="1238"/>
                  </a:cubicBezTo>
                  <a:cubicBezTo>
                    <a:pt x="0" y="1231"/>
                    <a:pt x="0" y="1225"/>
                    <a:pt x="0" y="1218"/>
                  </a:cubicBezTo>
                  <a:cubicBezTo>
                    <a:pt x="0" y="1198"/>
                    <a:pt x="0" y="1178"/>
                    <a:pt x="0" y="1158"/>
                  </a:cubicBezTo>
                  <a:cubicBezTo>
                    <a:pt x="0" y="1151"/>
                    <a:pt x="0" y="1145"/>
                    <a:pt x="0" y="1138"/>
                  </a:cubicBezTo>
                  <a:cubicBezTo>
                    <a:pt x="0" y="1118"/>
                    <a:pt x="0" y="1098"/>
                    <a:pt x="0" y="1078"/>
                  </a:cubicBezTo>
                  <a:cubicBezTo>
                    <a:pt x="0" y="1071"/>
                    <a:pt x="0" y="1065"/>
                    <a:pt x="0" y="1058"/>
                  </a:cubicBezTo>
                  <a:cubicBezTo>
                    <a:pt x="0" y="1038"/>
                    <a:pt x="0" y="1018"/>
                    <a:pt x="0" y="998"/>
                  </a:cubicBezTo>
                  <a:cubicBezTo>
                    <a:pt x="0" y="991"/>
                    <a:pt x="0" y="985"/>
                    <a:pt x="0" y="978"/>
                  </a:cubicBezTo>
                  <a:cubicBezTo>
                    <a:pt x="0" y="958"/>
                    <a:pt x="0" y="938"/>
                    <a:pt x="0" y="918"/>
                  </a:cubicBezTo>
                  <a:cubicBezTo>
                    <a:pt x="0" y="911"/>
                    <a:pt x="0" y="905"/>
                    <a:pt x="0" y="898"/>
                  </a:cubicBezTo>
                  <a:cubicBezTo>
                    <a:pt x="0" y="878"/>
                    <a:pt x="0" y="858"/>
                    <a:pt x="0" y="838"/>
                  </a:cubicBezTo>
                  <a:cubicBezTo>
                    <a:pt x="0" y="831"/>
                    <a:pt x="0" y="825"/>
                    <a:pt x="0" y="818"/>
                  </a:cubicBezTo>
                  <a:cubicBezTo>
                    <a:pt x="0" y="798"/>
                    <a:pt x="0" y="778"/>
                    <a:pt x="0" y="758"/>
                  </a:cubicBezTo>
                  <a:cubicBezTo>
                    <a:pt x="0" y="751"/>
                    <a:pt x="0" y="745"/>
                    <a:pt x="0" y="738"/>
                  </a:cubicBezTo>
                  <a:cubicBezTo>
                    <a:pt x="0" y="718"/>
                    <a:pt x="0" y="698"/>
                    <a:pt x="0" y="678"/>
                  </a:cubicBezTo>
                  <a:cubicBezTo>
                    <a:pt x="0" y="671"/>
                    <a:pt x="0" y="665"/>
                    <a:pt x="0" y="658"/>
                  </a:cubicBezTo>
                  <a:cubicBezTo>
                    <a:pt x="0" y="638"/>
                    <a:pt x="0" y="618"/>
                    <a:pt x="0" y="598"/>
                  </a:cubicBezTo>
                  <a:cubicBezTo>
                    <a:pt x="0" y="591"/>
                    <a:pt x="0" y="585"/>
                    <a:pt x="0" y="578"/>
                  </a:cubicBezTo>
                  <a:cubicBezTo>
                    <a:pt x="0" y="558"/>
                    <a:pt x="0" y="538"/>
                    <a:pt x="0" y="518"/>
                  </a:cubicBezTo>
                  <a:cubicBezTo>
                    <a:pt x="0" y="511"/>
                    <a:pt x="0" y="505"/>
                    <a:pt x="0" y="498"/>
                  </a:cubicBezTo>
                  <a:cubicBezTo>
                    <a:pt x="2" y="462"/>
                    <a:pt x="17" y="431"/>
                    <a:pt x="38" y="402"/>
                  </a:cubicBezTo>
                  <a:cubicBezTo>
                    <a:pt x="43" y="397"/>
                    <a:pt x="48" y="392"/>
                    <a:pt x="53" y="387"/>
                  </a:cubicBezTo>
                  <a:cubicBezTo>
                    <a:pt x="65" y="380"/>
                    <a:pt x="77" y="373"/>
                    <a:pt x="89" y="366"/>
                  </a:cubicBezTo>
                  <a:cubicBezTo>
                    <a:pt x="121" y="349"/>
                    <a:pt x="153" y="332"/>
                    <a:pt x="185" y="315"/>
                  </a:cubicBezTo>
                  <a:cubicBezTo>
                    <a:pt x="199" y="310"/>
                    <a:pt x="213" y="303"/>
                    <a:pt x="225" y="294"/>
                  </a:cubicBezTo>
                  <a:cubicBezTo>
                    <a:pt x="267" y="275"/>
                    <a:pt x="309" y="253"/>
                    <a:pt x="349" y="230"/>
                  </a:cubicBezTo>
                  <a:cubicBezTo>
                    <a:pt x="365" y="225"/>
                    <a:pt x="378" y="216"/>
                    <a:pt x="392" y="208"/>
                  </a:cubicBezTo>
                  <a:cubicBezTo>
                    <a:pt x="434" y="187"/>
                    <a:pt x="476" y="165"/>
                    <a:pt x="517" y="143"/>
                  </a:cubicBezTo>
                  <a:cubicBezTo>
                    <a:pt x="531" y="138"/>
                    <a:pt x="545" y="131"/>
                    <a:pt x="557" y="123"/>
                  </a:cubicBezTo>
                  <a:cubicBezTo>
                    <a:pt x="599" y="103"/>
                    <a:pt x="641" y="82"/>
                    <a:pt x="681" y="58"/>
                  </a:cubicBezTo>
                  <a:cubicBezTo>
                    <a:pt x="696" y="53"/>
                    <a:pt x="710" y="45"/>
                    <a:pt x="724" y="37"/>
                  </a:cubicBezTo>
                  <a:cubicBezTo>
                    <a:pt x="731" y="33"/>
                    <a:pt x="738" y="30"/>
                    <a:pt x="745" y="26"/>
                  </a:cubicBezTo>
                  <a:cubicBezTo>
                    <a:pt x="768" y="15"/>
                    <a:pt x="789" y="0"/>
                    <a:pt x="817" y="2"/>
                  </a:cubicBezTo>
                  <a:cubicBezTo>
                    <a:pt x="821" y="4"/>
                    <a:pt x="825" y="6"/>
                    <a:pt x="828" y="7"/>
                  </a:cubicBezTo>
                  <a:cubicBezTo>
                    <a:pt x="839" y="15"/>
                    <a:pt x="845" y="26"/>
                    <a:pt x="849" y="38"/>
                  </a:cubicBezTo>
                  <a:cubicBezTo>
                    <a:pt x="850" y="45"/>
                    <a:pt x="850" y="51"/>
                    <a:pt x="851" y="58"/>
                  </a:cubicBezTo>
                  <a:cubicBezTo>
                    <a:pt x="851" y="77"/>
                    <a:pt x="851" y="95"/>
                    <a:pt x="851" y="114"/>
                  </a:cubicBezTo>
                  <a:cubicBezTo>
                    <a:pt x="851" y="121"/>
                    <a:pt x="851" y="127"/>
                    <a:pt x="851" y="134"/>
                  </a:cubicBezTo>
                  <a:cubicBezTo>
                    <a:pt x="851" y="154"/>
                    <a:pt x="851" y="174"/>
                    <a:pt x="851" y="194"/>
                  </a:cubicBezTo>
                  <a:cubicBezTo>
                    <a:pt x="851" y="201"/>
                    <a:pt x="851" y="207"/>
                    <a:pt x="851" y="214"/>
                  </a:cubicBezTo>
                  <a:cubicBezTo>
                    <a:pt x="851" y="234"/>
                    <a:pt x="851" y="254"/>
                    <a:pt x="851" y="274"/>
                  </a:cubicBezTo>
                  <a:cubicBezTo>
                    <a:pt x="851" y="281"/>
                    <a:pt x="851" y="287"/>
                    <a:pt x="851" y="294"/>
                  </a:cubicBezTo>
                  <a:cubicBezTo>
                    <a:pt x="851" y="314"/>
                    <a:pt x="851" y="334"/>
                    <a:pt x="851" y="354"/>
                  </a:cubicBezTo>
                  <a:cubicBezTo>
                    <a:pt x="851" y="361"/>
                    <a:pt x="851" y="367"/>
                    <a:pt x="851" y="374"/>
                  </a:cubicBezTo>
                  <a:cubicBezTo>
                    <a:pt x="851" y="394"/>
                    <a:pt x="851" y="414"/>
                    <a:pt x="851" y="434"/>
                  </a:cubicBezTo>
                  <a:cubicBezTo>
                    <a:pt x="851" y="441"/>
                    <a:pt x="851" y="447"/>
                    <a:pt x="851" y="454"/>
                  </a:cubicBezTo>
                  <a:cubicBezTo>
                    <a:pt x="851" y="474"/>
                    <a:pt x="851" y="494"/>
                    <a:pt x="851" y="514"/>
                  </a:cubicBezTo>
                  <a:cubicBezTo>
                    <a:pt x="851" y="521"/>
                    <a:pt x="851" y="527"/>
                    <a:pt x="851" y="534"/>
                  </a:cubicBezTo>
                  <a:cubicBezTo>
                    <a:pt x="851" y="554"/>
                    <a:pt x="851" y="574"/>
                    <a:pt x="851" y="594"/>
                  </a:cubicBezTo>
                  <a:cubicBezTo>
                    <a:pt x="851" y="601"/>
                    <a:pt x="851" y="607"/>
                    <a:pt x="851" y="614"/>
                  </a:cubicBezTo>
                  <a:cubicBezTo>
                    <a:pt x="851" y="634"/>
                    <a:pt x="851" y="654"/>
                    <a:pt x="851" y="674"/>
                  </a:cubicBezTo>
                  <a:cubicBezTo>
                    <a:pt x="851" y="681"/>
                    <a:pt x="851" y="687"/>
                    <a:pt x="851" y="694"/>
                  </a:cubicBezTo>
                  <a:cubicBezTo>
                    <a:pt x="851" y="714"/>
                    <a:pt x="851" y="734"/>
                    <a:pt x="851" y="754"/>
                  </a:cubicBezTo>
                  <a:cubicBezTo>
                    <a:pt x="851" y="761"/>
                    <a:pt x="851" y="767"/>
                    <a:pt x="851" y="774"/>
                  </a:cubicBezTo>
                  <a:cubicBezTo>
                    <a:pt x="850" y="795"/>
                    <a:pt x="850" y="817"/>
                    <a:pt x="849" y="838"/>
                  </a:cubicBezTo>
                  <a:cubicBezTo>
                    <a:pt x="846" y="847"/>
                    <a:pt x="843" y="856"/>
                    <a:pt x="840" y="866"/>
                  </a:cubicBezTo>
                  <a:cubicBezTo>
                    <a:pt x="821" y="907"/>
                    <a:pt x="789" y="936"/>
                    <a:pt x="749" y="958"/>
                  </a:cubicBezTo>
                  <a:cubicBezTo>
                    <a:pt x="732" y="965"/>
                    <a:pt x="716" y="974"/>
                    <a:pt x="701" y="985"/>
                  </a:cubicBezTo>
                  <a:cubicBezTo>
                    <a:pt x="654" y="1011"/>
                    <a:pt x="607" y="1037"/>
                    <a:pt x="561" y="1066"/>
                  </a:cubicBezTo>
                  <a:cubicBezTo>
                    <a:pt x="544" y="1073"/>
                    <a:pt x="528" y="1082"/>
                    <a:pt x="513" y="1093"/>
                  </a:cubicBezTo>
                  <a:cubicBezTo>
                    <a:pt x="466" y="1119"/>
                    <a:pt x="419" y="1145"/>
                    <a:pt x="373" y="1174"/>
                  </a:cubicBezTo>
                  <a:cubicBezTo>
                    <a:pt x="356" y="1181"/>
                    <a:pt x="340" y="1191"/>
                    <a:pt x="325" y="1201"/>
                  </a:cubicBezTo>
                  <a:cubicBezTo>
                    <a:pt x="278" y="1227"/>
                    <a:pt x="231" y="1253"/>
                    <a:pt x="185" y="1282"/>
                  </a:cubicBezTo>
                  <a:cubicBezTo>
                    <a:pt x="168" y="1290"/>
                    <a:pt x="152" y="1299"/>
                    <a:pt x="137" y="1310"/>
                  </a:cubicBezTo>
                  <a:cubicBezTo>
                    <a:pt x="110" y="1324"/>
                    <a:pt x="84" y="1339"/>
                    <a:pt x="57" y="1354"/>
                  </a:cubicBezTo>
                  <a:close/>
                </a:path>
              </a:pathLst>
            </a:custGeom>
            <a:grpFill/>
            <a:ln>
              <a:noFill/>
            </a:ln>
          </p:spPr>
          <p:txBody>
            <a:bodyPr lIns="117297" tIns="58649" rIns="117297" bIns="58649"/>
            <a:lstStyle/>
            <a:p>
              <a:pPr>
                <a:defRPr/>
              </a:pPr>
              <a:endParaRPr lang="en-US" sz="2771">
                <a:ea typeface="+mn-ea"/>
                <a:cs typeface="Arial" panose="020B0604020202020204" pitchFamily="34" charset="0"/>
              </a:endParaRPr>
            </a:p>
          </p:txBody>
        </p:sp>
      </p:grpSp>
      <p:sp>
        <p:nvSpPr>
          <p:cNvPr id="65" name="TextBox 64">
            <a:extLst>
              <a:ext uri="{FF2B5EF4-FFF2-40B4-BE49-F238E27FC236}">
                <a16:creationId xmlns:a16="http://schemas.microsoft.com/office/drawing/2014/main" id="{F7232679-8369-D53C-5E8D-A055F966FA55}"/>
              </a:ext>
            </a:extLst>
          </p:cNvPr>
          <p:cNvSpPr txBox="1"/>
          <p:nvPr/>
        </p:nvSpPr>
        <p:spPr>
          <a:xfrm>
            <a:off x="5321300" y="3541713"/>
            <a:ext cx="1303338" cy="260350"/>
          </a:xfrm>
          <a:prstGeom prst="rect">
            <a:avLst/>
          </a:prstGeom>
          <a:noFill/>
        </p:spPr>
        <p:txBody>
          <a:bodyPr lIns="65968" tIns="32984" rIns="65968" bIns="32984">
            <a:spAutoFit/>
          </a:bodyPr>
          <a:lstStyle/>
          <a:p>
            <a:pPr>
              <a:lnSpc>
                <a:spcPts val="1516"/>
              </a:lnSpc>
              <a:defRPr/>
            </a:pPr>
            <a:r>
              <a:rPr lang="en-US" sz="1154" dirty="0">
                <a:solidFill>
                  <a:schemeClr val="bg1"/>
                </a:solidFill>
                <a:ea typeface="+mn-ea"/>
                <a:cs typeface="Arial" panose="020B0604020202020204" pitchFamily="34" charset="0"/>
              </a:rPr>
              <a:t>Customers</a:t>
            </a:r>
          </a:p>
        </p:txBody>
      </p:sp>
      <p:sp>
        <p:nvSpPr>
          <p:cNvPr id="66" name="Rectangle 65">
            <a:extLst>
              <a:ext uri="{FF2B5EF4-FFF2-40B4-BE49-F238E27FC236}">
                <a16:creationId xmlns:a16="http://schemas.microsoft.com/office/drawing/2014/main" id="{5EC9062A-4A06-0648-8B05-BD17C8F65C35}"/>
              </a:ext>
            </a:extLst>
          </p:cNvPr>
          <p:cNvSpPr/>
          <p:nvPr/>
        </p:nvSpPr>
        <p:spPr>
          <a:xfrm>
            <a:off x="195263" y="3716338"/>
            <a:ext cx="2513012" cy="555625"/>
          </a:xfrm>
          <a:prstGeom prst="rect">
            <a:avLst/>
          </a:prstGeom>
        </p:spPr>
        <p:txBody>
          <a:bodyPr lIns="65968" tIns="32984" rIns="65968" bIns="32984">
            <a:spAutoFit/>
          </a:bodyPr>
          <a:lstStyle/>
          <a:p>
            <a:pPr>
              <a:defRPr/>
            </a:pPr>
            <a:r>
              <a:rPr lang="en-IN" sz="1058" dirty="0">
                <a:solidFill>
                  <a:schemeClr val="bg1"/>
                </a:solidFill>
                <a:ea typeface="+mn-ea"/>
                <a:cs typeface="Arial" panose="020B0604020202020204" pitchFamily="34" charset="0"/>
              </a:rPr>
              <a:t>We are a subsidiary of </a:t>
            </a:r>
            <a:r>
              <a:rPr lang="en-IN" sz="1058" b="1" dirty="0">
                <a:solidFill>
                  <a:srgbClr val="E31837"/>
                </a:solidFill>
                <a:ea typeface="+mn-ea"/>
                <a:cs typeface="Arial" panose="020B0604020202020204" pitchFamily="34" charset="0"/>
              </a:rPr>
              <a:t>Tech Mahindra </a:t>
            </a:r>
            <a:r>
              <a:rPr lang="en-IN" sz="1058" dirty="0">
                <a:solidFill>
                  <a:schemeClr val="bg1"/>
                </a:solidFill>
                <a:ea typeface="+mn-ea"/>
                <a:cs typeface="Arial" panose="020B0604020202020204" pitchFamily="34" charset="0"/>
              </a:rPr>
              <a:t>and a part of the $19 Billion </a:t>
            </a:r>
          </a:p>
          <a:p>
            <a:pPr>
              <a:defRPr/>
            </a:pPr>
            <a:r>
              <a:rPr lang="en-IN" sz="1058" b="1" dirty="0">
                <a:solidFill>
                  <a:srgbClr val="E31837"/>
                </a:solidFill>
                <a:ea typeface="+mn-ea"/>
                <a:cs typeface="Arial" panose="020B0604020202020204" pitchFamily="34" charset="0"/>
              </a:rPr>
              <a:t>Mahindra Group</a:t>
            </a:r>
            <a:endParaRPr lang="en-US" sz="1058" b="1" dirty="0">
              <a:solidFill>
                <a:srgbClr val="E31837"/>
              </a:solidFill>
              <a:ea typeface="+mn-ea"/>
              <a:cs typeface="Arial" panose="020B0604020202020204" pitchFamily="34" charset="0"/>
            </a:endParaRPr>
          </a:p>
        </p:txBody>
      </p:sp>
      <p:pic>
        <p:nvPicPr>
          <p:cNvPr id="67" name="Picture 4" descr="Image result for Financial Institutions PNG icon">
            <a:extLst>
              <a:ext uri="{FF2B5EF4-FFF2-40B4-BE49-F238E27FC236}">
                <a16:creationId xmlns:a16="http://schemas.microsoft.com/office/drawing/2014/main" id="{04C4E654-E4A7-033F-0E59-325B314FF3A3}"/>
              </a:ext>
            </a:extLst>
          </p:cNvPr>
          <p:cNvPicPr>
            <a:picLocks noChangeAspect="1" noChangeArrowheads="1"/>
          </p:cNvPicPr>
          <p:nvPr/>
        </p:nvPicPr>
        <p:blipFill>
          <a:blip r:embed="rId4" cstate="email">
            <a:duotone>
              <a:schemeClr val="accent3">
                <a:shade val="45000"/>
                <a:satMod val="135000"/>
              </a:schemeClr>
              <a:prstClr val="white"/>
            </a:duotone>
          </a:blip>
          <a:srcRect/>
          <a:stretch>
            <a:fillRect/>
          </a:stretch>
        </p:blipFill>
        <p:spPr bwMode="auto">
          <a:xfrm>
            <a:off x="2138745" y="2462381"/>
            <a:ext cx="532080" cy="512476"/>
          </a:xfrm>
          <a:prstGeom prst="rect">
            <a:avLst/>
          </a:prstGeom>
          <a:noFill/>
        </p:spPr>
      </p:pic>
      <p:sp>
        <p:nvSpPr>
          <p:cNvPr id="68" name="Rectangle 67">
            <a:extLst>
              <a:ext uri="{FF2B5EF4-FFF2-40B4-BE49-F238E27FC236}">
                <a16:creationId xmlns:a16="http://schemas.microsoft.com/office/drawing/2014/main" id="{8AC03914-B5FA-74BF-3B15-7E85D399A52F}"/>
              </a:ext>
            </a:extLst>
          </p:cNvPr>
          <p:cNvSpPr/>
          <p:nvPr/>
        </p:nvSpPr>
        <p:spPr>
          <a:xfrm>
            <a:off x="203200" y="2987675"/>
            <a:ext cx="1303338" cy="228600"/>
          </a:xfrm>
          <a:prstGeom prst="rect">
            <a:avLst/>
          </a:prstGeom>
        </p:spPr>
        <p:txBody>
          <a:bodyPr lIns="65968" tIns="32984" rIns="65968" bIns="32984">
            <a:spAutoFit/>
          </a:bodyPr>
          <a:lstStyle/>
          <a:p>
            <a:pPr algn="ctr">
              <a:defRPr/>
            </a:pPr>
            <a:r>
              <a:rPr lang="en-US" sz="1058" b="1" i="1" dirty="0">
                <a:solidFill>
                  <a:schemeClr val="bg1"/>
                </a:solidFill>
                <a:ea typeface="+mn-ea"/>
                <a:cs typeface="Arial" panose="020B0604020202020204" pitchFamily="34" charset="0"/>
              </a:rPr>
              <a:t>Mobile Operators</a:t>
            </a:r>
          </a:p>
        </p:txBody>
      </p:sp>
      <p:sp>
        <p:nvSpPr>
          <p:cNvPr id="69" name="Rectangle 68">
            <a:extLst>
              <a:ext uri="{FF2B5EF4-FFF2-40B4-BE49-F238E27FC236}">
                <a16:creationId xmlns:a16="http://schemas.microsoft.com/office/drawing/2014/main" id="{61773E71-9E45-F764-C0F8-F68D1E5C8C77}"/>
              </a:ext>
            </a:extLst>
          </p:cNvPr>
          <p:cNvSpPr/>
          <p:nvPr/>
        </p:nvSpPr>
        <p:spPr>
          <a:xfrm>
            <a:off x="1752600" y="2987675"/>
            <a:ext cx="1303338" cy="228600"/>
          </a:xfrm>
          <a:prstGeom prst="rect">
            <a:avLst/>
          </a:prstGeom>
        </p:spPr>
        <p:txBody>
          <a:bodyPr lIns="65968" tIns="32984" rIns="65968" bIns="32984">
            <a:spAutoFit/>
          </a:bodyPr>
          <a:lstStyle/>
          <a:p>
            <a:pPr algn="ctr">
              <a:defRPr/>
            </a:pPr>
            <a:r>
              <a:rPr lang="en-US" sz="1058" b="1" i="1" dirty="0">
                <a:solidFill>
                  <a:schemeClr val="bg1"/>
                </a:solidFill>
                <a:ea typeface="+mn-ea"/>
                <a:cs typeface="Arial" panose="020B0604020202020204" pitchFamily="34" charset="0"/>
              </a:rPr>
              <a:t>Enterprises</a:t>
            </a:r>
          </a:p>
        </p:txBody>
      </p:sp>
      <p:pic>
        <p:nvPicPr>
          <p:cNvPr id="70" name="Picture 2">
            <a:extLst>
              <a:ext uri="{FF2B5EF4-FFF2-40B4-BE49-F238E27FC236}">
                <a16:creationId xmlns:a16="http://schemas.microsoft.com/office/drawing/2014/main" id="{29AE871D-DB85-570C-0B0A-AA6AFAE123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00" y="2508250"/>
            <a:ext cx="4381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1" name="Straight Connector 70">
            <a:extLst>
              <a:ext uri="{FF2B5EF4-FFF2-40B4-BE49-F238E27FC236}">
                <a16:creationId xmlns:a16="http://schemas.microsoft.com/office/drawing/2014/main" id="{ACBAEC6E-3C85-89C7-05B4-15D15E204C1E}"/>
              </a:ext>
            </a:extLst>
          </p:cNvPr>
          <p:cNvCxnSpPr/>
          <p:nvPr/>
        </p:nvCxnSpPr>
        <p:spPr>
          <a:xfrm flipV="1">
            <a:off x="195263" y="3638550"/>
            <a:ext cx="27686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2" name="Group 78">
            <a:extLst>
              <a:ext uri="{FF2B5EF4-FFF2-40B4-BE49-F238E27FC236}">
                <a16:creationId xmlns:a16="http://schemas.microsoft.com/office/drawing/2014/main" id="{E6DF00BC-6663-9139-8FDF-C268893B09C8}"/>
              </a:ext>
            </a:extLst>
          </p:cNvPr>
          <p:cNvGrpSpPr>
            <a:grpSpLocks/>
          </p:cNvGrpSpPr>
          <p:nvPr/>
        </p:nvGrpSpPr>
        <p:grpSpPr bwMode="auto">
          <a:xfrm>
            <a:off x="195263" y="1173163"/>
            <a:ext cx="1443037" cy="388937"/>
            <a:chOff x="482271" y="704423"/>
            <a:chExt cx="1417807" cy="382279"/>
          </a:xfrm>
        </p:grpSpPr>
        <p:sp>
          <p:nvSpPr>
            <p:cNvPr id="73" name="TextBox 72">
              <a:extLst>
                <a:ext uri="{FF2B5EF4-FFF2-40B4-BE49-F238E27FC236}">
                  <a16:creationId xmlns:a16="http://schemas.microsoft.com/office/drawing/2014/main" id="{FAC45CE3-87FC-C262-4A1A-F2DD360C3F89}"/>
                </a:ext>
              </a:extLst>
            </p:cNvPr>
            <p:cNvSpPr txBox="1"/>
            <p:nvPr/>
          </p:nvSpPr>
          <p:spPr>
            <a:xfrm>
              <a:off x="482271" y="705983"/>
              <a:ext cx="1417807" cy="380719"/>
            </a:xfrm>
            <a:prstGeom prst="rect">
              <a:avLst/>
            </a:prstGeom>
            <a:noFill/>
          </p:spPr>
          <p:txBody>
            <a:bodyPr wrap="none">
              <a:spAutoFit/>
            </a:bodyPr>
            <a:lstStyle/>
            <a:p>
              <a:pPr>
                <a:defRPr/>
              </a:pPr>
              <a:r>
                <a:rPr lang="en-US" sz="1923" dirty="0">
                  <a:solidFill>
                    <a:schemeClr val="bg1"/>
                  </a:solidFill>
                  <a:ea typeface="+mn-ea"/>
                  <a:cs typeface="Arial" panose="020B0604020202020204" pitchFamily="34" charset="0"/>
                </a:rPr>
                <a:t>ABOUT</a:t>
              </a:r>
              <a:r>
                <a:rPr lang="en-US" sz="1923" dirty="0">
                  <a:solidFill>
                    <a:srgbClr val="6D6E71"/>
                  </a:solidFill>
                  <a:ea typeface="+mn-ea"/>
                  <a:cs typeface="Arial" panose="020B0604020202020204" pitchFamily="34" charset="0"/>
                </a:rPr>
                <a:t> </a:t>
              </a:r>
              <a:r>
                <a:rPr lang="en-US" sz="1923" b="1" dirty="0">
                  <a:solidFill>
                    <a:srgbClr val="E31837"/>
                  </a:solidFill>
                  <a:ea typeface="+mn-ea"/>
                  <a:cs typeface="Arial" panose="020B0604020202020204" pitchFamily="34" charset="0"/>
                </a:rPr>
                <a:t>US</a:t>
              </a:r>
            </a:p>
          </p:txBody>
        </p:sp>
        <p:sp>
          <p:nvSpPr>
            <p:cNvPr id="74" name="Rectangle 73">
              <a:extLst>
                <a:ext uri="{FF2B5EF4-FFF2-40B4-BE49-F238E27FC236}">
                  <a16:creationId xmlns:a16="http://schemas.microsoft.com/office/drawing/2014/main" id="{022E2BC2-E105-520F-3444-221692C11EA9}"/>
                </a:ext>
              </a:extLst>
            </p:cNvPr>
            <p:cNvSpPr/>
            <p:nvPr/>
          </p:nvSpPr>
          <p:spPr>
            <a:xfrm>
              <a:off x="572736" y="704423"/>
              <a:ext cx="711243" cy="45249"/>
            </a:xfrm>
            <a:prstGeom prst="rect">
              <a:avLst/>
            </a:prstGeom>
            <a:solidFill>
              <a:srgbClr val="E516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71"/>
            </a:p>
          </p:txBody>
        </p:sp>
      </p:grpSp>
      <p:sp>
        <p:nvSpPr>
          <p:cNvPr id="75" name="Slide Number Placeholder 12">
            <a:extLst>
              <a:ext uri="{FF2B5EF4-FFF2-40B4-BE49-F238E27FC236}">
                <a16:creationId xmlns:a16="http://schemas.microsoft.com/office/drawing/2014/main" id="{51041155-6EA6-B412-E0D6-6748B13C22C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DCD110F8-C6FF-4F18-9C8A-46CE51A257BA}" type="slidenum">
              <a:rPr lang="en-US" altLang="en-US" sz="500" smtClean="0">
                <a:solidFill>
                  <a:srgbClr val="252222"/>
                </a:solidFill>
              </a:rPr>
              <a:pPr>
                <a:lnSpc>
                  <a:spcPct val="90000"/>
                </a:lnSpc>
                <a:spcAft>
                  <a:spcPts val="450"/>
                </a:spcAft>
                <a:defRPr/>
              </a:pPr>
              <a:t>‹#›</a:t>
            </a:fld>
            <a:r>
              <a:rPr lang="en-US" altLang="en-US" sz="500">
                <a:solidFill>
                  <a:srgbClr val="252222"/>
                </a:solidFill>
              </a:rPr>
              <a:t>	 © 2019 Comviva Technologies Limited. All rights reserved.</a:t>
            </a:r>
          </a:p>
        </p:txBody>
      </p:sp>
      <p:pic>
        <p:nvPicPr>
          <p:cNvPr id="76" name="Picture 82" descr="Orb.png">
            <a:extLst>
              <a:ext uri="{FF2B5EF4-FFF2-40B4-BE49-F238E27FC236}">
                <a16:creationId xmlns:a16="http://schemas.microsoft.com/office/drawing/2014/main" id="{5247AC9F-4AA8-BC1B-0C09-A08AF18E567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8539282"/>
      </p:ext>
    </p:extLst>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Slide_0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1544217"/>
      </p:ext>
    </p:extLst>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chemeClr val="bg1"/>
        </a:solidFill>
        <a:effectLst/>
      </p:bgPr>
    </p:bg>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4E945E0D-B963-7EA1-C761-7EDCEAE2D7C3}"/>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6" hidden="1">
                        <a:extLst>
                          <a:ext uri="{FF2B5EF4-FFF2-40B4-BE49-F238E27FC236}">
                            <a16:creationId xmlns:a16="http://schemas.microsoft.com/office/drawing/2014/main" id="{4E945E0D-B963-7EA1-C761-7EDCEAE2D7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White Frame">
            <a:extLst>
              <a:ext uri="{FF2B5EF4-FFF2-40B4-BE49-F238E27FC236}">
                <a16:creationId xmlns:a16="http://schemas.microsoft.com/office/drawing/2014/main" id="{2253CD6F-1F1E-5547-5D25-45E49032F57A}"/>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2EF2311B-3B17-D437-FC8F-2D2B0C0F1051}"/>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TextBox 4">
            <a:extLst>
              <a:ext uri="{FF2B5EF4-FFF2-40B4-BE49-F238E27FC236}">
                <a16:creationId xmlns:a16="http://schemas.microsoft.com/office/drawing/2014/main" id="{D9E1E0A3-A016-5A7E-B57E-5FEE265DB3EA}"/>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6" name="Picture 11" descr="Comviva-O.png">
            <a:extLst>
              <a:ext uri="{FF2B5EF4-FFF2-40B4-BE49-F238E27FC236}">
                <a16:creationId xmlns:a16="http://schemas.microsoft.com/office/drawing/2014/main" id="{1BE248F4-1FE4-ADEE-CB79-D09299252171}"/>
              </a:ext>
            </a:extLst>
          </p:cNvPr>
          <p:cNvPicPr>
            <a:picLocks noChangeAspect="1"/>
          </p:cNvPicPr>
          <p:nvPr/>
        </p:nvPicPr>
        <p:blipFill>
          <a:blip r:embed="rId5">
            <a:extLst>
              <a:ext uri="{28A0092B-C50C-407E-A947-70E740481C1C}">
                <a14:useLocalDpi xmlns:a14="http://schemas.microsoft.com/office/drawing/2010/main" val="0"/>
              </a:ext>
            </a:extLst>
          </a:blip>
          <a:srcRect l="2524" r="56628" b="14366"/>
          <a:stretch>
            <a:fillRect/>
          </a:stretch>
        </p:blipFill>
        <p:spPr bwMode="auto">
          <a:xfrm>
            <a:off x="9525" y="0"/>
            <a:ext cx="4979988" cy="587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2" descr="Ridge-Bottom.png">
            <a:extLst>
              <a:ext uri="{FF2B5EF4-FFF2-40B4-BE49-F238E27FC236}">
                <a16:creationId xmlns:a16="http://schemas.microsoft.com/office/drawing/2014/main" id="{81D87032-CF1F-6387-5417-8316E28A508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1346700" y="3255883"/>
            <a:ext cx="9990787" cy="560923"/>
          </a:xfrm>
          <a:noFill/>
          <a:ln>
            <a:noFill/>
          </a:ln>
        </p:spPr>
        <p:txBody>
          <a:bodyPr tIns="0"/>
          <a:lstStyle>
            <a:lvl1pPr algn="ctr">
              <a:lnSpc>
                <a:spcPct val="90000"/>
              </a:lnSpc>
              <a:spcBef>
                <a:spcPts val="450"/>
              </a:spcBef>
              <a:spcAft>
                <a:spcPts val="0"/>
              </a:spcAft>
              <a:defRPr sz="4050" baseline="0">
                <a:solidFill>
                  <a:srgbClr val="E17522"/>
                </a:solidFill>
                <a:latin typeface="Calibri"/>
                <a:cs typeface="Calibri"/>
              </a:defRPr>
            </a:lvl1pPr>
          </a:lstStyle>
          <a:p>
            <a:r>
              <a:rPr lang="en-US"/>
              <a:t>Click to edit Master title style</a:t>
            </a:r>
            <a:endParaRPr lang="en-US" dirty="0"/>
          </a:p>
        </p:txBody>
      </p:sp>
    </p:spTree>
    <p:extLst>
      <p:ext uri="{BB962C8B-B14F-4D97-AF65-F5344CB8AC3E}">
        <p14:creationId xmlns:p14="http://schemas.microsoft.com/office/powerpoint/2010/main" val="2892842190"/>
      </p:ext>
    </p:extLst>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842406288"/>
      </p:ext>
    </p:extLst>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ivider Slide_01">
    <p:spTree>
      <p:nvGrpSpPr>
        <p:cNvPr id="1" name=""/>
        <p:cNvGrpSpPr/>
        <p:nvPr/>
      </p:nvGrpSpPr>
      <p:grpSpPr>
        <a:xfrm>
          <a:off x="0" y="0"/>
          <a:ext cx="0" cy="0"/>
          <a:chOff x="0" y="0"/>
          <a:chExt cx="0" cy="0"/>
        </a:xfrm>
      </p:grpSpPr>
      <p:sp>
        <p:nvSpPr>
          <p:cNvPr id="3" name="Title 2"/>
          <p:cNvSpPr>
            <a:spLocks noGrp="1"/>
          </p:cNvSpPr>
          <p:nvPr>
            <p:ph type="title"/>
          </p:nvPr>
        </p:nvSpPr>
        <p:spPr bwMode="gray">
          <a:xfrm>
            <a:off x="615949" y="4046298"/>
            <a:ext cx="11576051" cy="424732"/>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88636975"/>
      </p:ext>
    </p:extLst>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0983194"/>
      </p:ext>
    </p:extLst>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5145371"/>
      </p:ext>
    </p:extLst>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13108086"/>
      </p:ext>
    </p:extLst>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82734919"/>
      </p:ext>
    </p:extLst>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479037"/>
      </p:ext>
    </p:extLst>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41575760"/>
      </p:ext>
    </p:extLst>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1_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a:xfrm>
            <a:off x="304800" y="1325564"/>
            <a:ext cx="11576051" cy="45545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623724"/>
      </p:ext>
    </p:extLst>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2" name="Picture 8" descr="ridge4.png">
            <a:extLst>
              <a:ext uri="{FF2B5EF4-FFF2-40B4-BE49-F238E27FC236}">
                <a16:creationId xmlns:a16="http://schemas.microsoft.com/office/drawing/2014/main" id="{2A6C5837-5621-D6AE-9E8B-2AA39F01CA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ltGray">
          <a:xfrm>
            <a:off x="1588" y="0"/>
            <a:ext cx="5292725"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0">
            <a:extLst>
              <a:ext uri="{FF2B5EF4-FFF2-40B4-BE49-F238E27FC236}">
                <a16:creationId xmlns:a16="http://schemas.microsoft.com/office/drawing/2014/main" id="{97829C5F-4B34-91CD-3DF4-D1F2DED1C4CE}"/>
              </a:ext>
            </a:extLst>
          </p:cNvPr>
          <p:cNvSpPr txBox="1">
            <a:spLocks noChangeArrowheads="1"/>
          </p:cNvSpPr>
          <p:nvPr/>
        </p:nvSpPr>
        <p:spPr bwMode="gray">
          <a:xfrm>
            <a:off x="641350" y="6629400"/>
            <a:ext cx="3146425" cy="123825"/>
          </a:xfrm>
          <a:prstGeom prst="rect">
            <a:avLst/>
          </a:prstGeom>
          <a:noFill/>
          <a:ln>
            <a:noFill/>
          </a:ln>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sz="800">
                <a:solidFill>
                  <a:schemeClr val="tx2"/>
                </a:solidFill>
                <a:ea typeface="+mn-ea"/>
              </a:rPr>
              <a:t>Copyright © 2013 Comviva Technologies Limited. All rights reserved.</a:t>
            </a:r>
          </a:p>
        </p:txBody>
      </p:sp>
      <p:sp>
        <p:nvSpPr>
          <p:cNvPr id="4" name="Slide Number Placeholder 5">
            <a:extLst>
              <a:ext uri="{FF2B5EF4-FFF2-40B4-BE49-F238E27FC236}">
                <a16:creationId xmlns:a16="http://schemas.microsoft.com/office/drawing/2014/main" id="{70992DA8-E368-4F48-ABD5-09ADC4280089}"/>
              </a:ext>
            </a:extLst>
          </p:cNvPr>
          <p:cNvSpPr txBox="1">
            <a:spLocks/>
          </p:cNvSpPr>
          <p:nvPr/>
        </p:nvSpPr>
        <p:spPr bwMode="auto">
          <a:xfrm>
            <a:off x="11814175" y="6613525"/>
            <a:ext cx="157163" cy="153988"/>
          </a:xfrm>
          <a:prstGeom prst="rect">
            <a:avLst/>
          </a:prstGeom>
          <a:noFill/>
          <a:ln>
            <a:noFill/>
          </a:ln>
        </p:spPr>
        <p:txBody>
          <a:bodyPr wrap="none" lIns="0" tIns="0" rIns="0" bIns="0" anchor="ctr">
            <a:spAutoFit/>
          </a:bodyPr>
          <a:lstStyle>
            <a:lvl1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gn="r" eaLnBrk="1" hangingPunct="1">
              <a:defRPr/>
            </a:pPr>
            <a:fld id="{19341A9E-CFCE-41C2-BF34-286EEDEF4922}" type="slidenum">
              <a:rPr lang="en-US" altLang="en-US" sz="1000" smtClean="0">
                <a:solidFill>
                  <a:schemeClr val="tx2"/>
                </a:solidFill>
                <a:cs typeface="Arial" panose="020B0604020202020204" pitchFamily="34" charset="0"/>
              </a:rPr>
              <a:pPr algn="r" eaLnBrk="1" hangingPunct="1">
                <a:defRPr/>
              </a:pPr>
              <a:t>‹#›</a:t>
            </a:fld>
            <a:endParaRPr lang="en-US" altLang="en-US" sz="1000">
              <a:solidFill>
                <a:schemeClr val="tx2"/>
              </a:solidFill>
              <a:cs typeface="Arial" panose="020B0604020202020204" pitchFamily="34" charset="0"/>
            </a:endParaRPr>
          </a:p>
        </p:txBody>
      </p:sp>
    </p:spTree>
    <p:extLst>
      <p:ext uri="{BB962C8B-B14F-4D97-AF65-F5344CB8AC3E}">
        <p14:creationId xmlns:p14="http://schemas.microsoft.com/office/powerpoint/2010/main" val="189219118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Large audience">
    <p:spTree>
      <p:nvGrpSpPr>
        <p:cNvPr id="1" name=""/>
        <p:cNvGrpSpPr/>
        <p:nvPr/>
      </p:nvGrpSpPr>
      <p:grpSpPr>
        <a:xfrm>
          <a:off x="0" y="0"/>
          <a:ext cx="0" cy="0"/>
          <a:chOff x="0" y="0"/>
          <a:chExt cx="0" cy="0"/>
        </a:xfrm>
      </p:grpSpPr>
      <p:pic>
        <p:nvPicPr>
          <p:cNvPr id="2" name="Picture 4" descr="http://wallpoper.com/images/00/44/61/26/people-cant-even-walk-the-streets_00446126.jpg">
            <a:extLst>
              <a:ext uri="{FF2B5EF4-FFF2-40B4-BE49-F238E27FC236}">
                <a16:creationId xmlns:a16="http://schemas.microsoft.com/office/drawing/2014/main" id="{BEA3C480-E523-AD7A-E713-918399312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07CC4A99-986B-1F4F-C2C0-0B5E3D74A50E}"/>
              </a:ext>
            </a:extLst>
          </p:cNvPr>
          <p:cNvSpPr/>
          <p:nvPr/>
        </p:nvSpPr>
        <p:spPr>
          <a:xfrm>
            <a:off x="0" y="0"/>
            <a:ext cx="12192000" cy="6858000"/>
          </a:xfrm>
          <a:prstGeom prst="rect">
            <a:avLst/>
          </a:prstGeom>
          <a:solidFill>
            <a:schemeClr val="bg1">
              <a:alpha val="72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pic>
        <p:nvPicPr>
          <p:cNvPr id="4" name="Picture 9" descr="Ridge.pdf">
            <a:extLst>
              <a:ext uri="{FF2B5EF4-FFF2-40B4-BE49-F238E27FC236}">
                <a16:creationId xmlns:a16="http://schemas.microsoft.com/office/drawing/2014/main" id="{5ABA33EE-6180-CDCC-6616-4A69139EC1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302736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770643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535531"/>
          </a:xfrm>
          <a:noFill/>
          <a:ln w="9525">
            <a:noFill/>
            <a:miter lim="800000"/>
            <a:headEnd/>
            <a:tailEnd/>
          </a:ln>
        </p:spPr>
        <p:txBody>
          <a:bodyPr/>
          <a:lstStyle>
            <a:lvl1pPr algn="l">
              <a:defRPr lang="en-US" sz="3200" b="1" kern="1200" dirty="0">
                <a:solidFill>
                  <a:schemeClr val="tx2"/>
                </a:solidFill>
                <a:latin typeface="Calibri" pitchFamily="34" charset="0"/>
                <a:ea typeface="+mj-ea"/>
                <a:cs typeface="Calibri"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200329"/>
          </a:xfrm>
          <a:prstGeom prst="rect">
            <a:avLst/>
          </a:prstGeo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Calibri" pitchFamily="34" charset="0"/>
                <a:ea typeface="+mn-ea"/>
                <a:cs typeface="Calibri"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Calibri" pitchFamily="34" charset="0"/>
                <a:ea typeface="+mn-ea"/>
                <a:cs typeface="Calibri" pitchFamily="34" charset="0"/>
              </a:defRPr>
            </a:lvl2pPr>
            <a:lvl3pPr algn="l" rtl="0" eaLnBrk="1" latinLnBrk="0" hangingPunct="1">
              <a:spcBef>
                <a:spcPts val="0"/>
              </a:spcBef>
              <a:spcAft>
                <a:spcPts val="0"/>
              </a:spcAft>
              <a:buClr>
                <a:schemeClr val="bg2"/>
              </a:buClr>
              <a:defRPr lang="en-US" sz="1600" b="0" kern="1200" baseline="0" dirty="0" smtClean="0">
                <a:solidFill>
                  <a:schemeClr val="tx1"/>
                </a:solidFill>
                <a:latin typeface="Calibri" pitchFamily="34" charset="0"/>
                <a:ea typeface="+mn-ea"/>
                <a:cs typeface="Calibri" pitchFamily="34" charset="0"/>
              </a:defRPr>
            </a:lvl3pPr>
            <a:lvl4pPr algn="l" rtl="0" eaLnBrk="1" latinLnBrk="0" hangingPunct="1">
              <a:spcBef>
                <a:spcPts val="0"/>
              </a:spcBef>
              <a:spcAft>
                <a:spcPts val="0"/>
              </a:spcAft>
              <a:buClr>
                <a:schemeClr val="bg2"/>
              </a:buClr>
              <a:defRPr lang="en-US" sz="1400" b="0" kern="1200" baseline="0" dirty="0" smtClean="0">
                <a:solidFill>
                  <a:schemeClr val="tx1"/>
                </a:solidFill>
                <a:latin typeface="Calibri" pitchFamily="34" charset="0"/>
                <a:ea typeface="+mn-ea"/>
                <a:cs typeface="Calibri" pitchFamily="34" charset="0"/>
              </a:defRPr>
            </a:lvl4pPr>
            <a:lvl5pPr algn="l" rtl="0" eaLnBrk="1" latinLnBrk="0" hangingPunct="1">
              <a:spcBef>
                <a:spcPts val="0"/>
              </a:spcBef>
              <a:spcAft>
                <a:spcPts val="0"/>
              </a:spcAft>
              <a:buClr>
                <a:schemeClr val="bg2"/>
              </a:buClr>
              <a:defRPr lang="en-US" sz="1200" b="0" kern="1200" baseline="0" dirty="0" smtClean="0">
                <a:solidFill>
                  <a:schemeClr val="tx1"/>
                </a:solidFill>
                <a:latin typeface="Calibri" pitchFamily="34" charset="0"/>
                <a:ea typeface="+mn-ea"/>
                <a:cs typeface="Calibri" pitchFamily="34" charset="0"/>
              </a:defRPr>
            </a:lvl5pPr>
            <a:lvl6pPr marL="1435100" indent="-285750">
              <a:spcBef>
                <a:spcPts val="0"/>
              </a:spcBef>
              <a:spcAft>
                <a:spcPts val="0"/>
              </a:spcAft>
              <a:buClr>
                <a:schemeClr val="tx2"/>
              </a:buClr>
              <a:buSzPct val="70000"/>
              <a:buFont typeface="Wingdings" pitchFamily="2" charset="2"/>
              <a:buChar char="§"/>
              <a:defRPr lang="en-US" sz="11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984502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Thank you">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F77967-9ED3-0BA3-705D-9BF53236CE2E}"/>
              </a:ext>
            </a:extLst>
          </p:cNvPr>
          <p:cNvSpPr txBox="1">
            <a:spLocks noChangeArrowheads="1"/>
          </p:cNvSpPr>
          <p:nvPr/>
        </p:nvSpPr>
        <p:spPr bwMode="gray">
          <a:xfrm>
            <a:off x="1822450" y="3370263"/>
            <a:ext cx="9005888" cy="2370137"/>
          </a:xfrm>
          <a:prstGeom prst="rect">
            <a:avLst/>
          </a:prstGeom>
          <a:noFill/>
          <a:ln>
            <a:noFill/>
          </a:ln>
        </p:spPr>
        <p:txBody>
          <a:bodyPr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ts val="600"/>
              </a:spcBef>
              <a:defRPr/>
            </a:pPr>
            <a:r>
              <a:rPr lang="en-US" sz="1000" b="1">
                <a:solidFill>
                  <a:schemeClr val="tx2"/>
                </a:solidFill>
                <a:ea typeface="+mn-ea"/>
              </a:rPr>
              <a:t>Disclaimer </a:t>
            </a:r>
          </a:p>
          <a:p>
            <a:pPr algn="just" eaLnBrk="1" hangingPunct="1">
              <a:defRPr/>
            </a:pPr>
            <a:r>
              <a:rPr lang="en-US" sz="800">
                <a:solidFill>
                  <a:srgbClr val="7F7F7F"/>
                </a:solidFill>
                <a:ea typeface="+mn-ea"/>
              </a:rPr>
              <a:t>Copyright © 2013:  Comviva Technologies Ltd, Registered Office at A-26, Info City, Sector 34, Gurgaon-122001, Haryana, India. </a:t>
            </a:r>
          </a:p>
          <a:p>
            <a:pPr algn="just" eaLnBrk="1" hangingPunct="1">
              <a:defRPr/>
            </a:pPr>
            <a:r>
              <a:rPr lang="en-US" sz="800">
                <a:solidFill>
                  <a:srgbClr val="7F7F7F"/>
                </a:solidFill>
                <a:ea typeface="+mn-ea"/>
              </a:rPr>
              <a:t> </a:t>
            </a:r>
          </a:p>
          <a:p>
            <a:pPr eaLnBrk="1" hangingPunct="1">
              <a:defRPr/>
            </a:pPr>
            <a:r>
              <a:rPr lang="en-US" sz="800">
                <a:solidFill>
                  <a:srgbClr val="7F7F7F"/>
                </a:solidFill>
                <a:ea typeface="+mn-ea"/>
              </a:rPr>
              <a:t>All rights about this document are reserved and  shall not be , in whole or in part, copied, photocopied, reproduced, translated, or reduced to any manner including but not limited to electronic, mechanical, machine readable ,photographic, optic recording or otherwise without prior consent, in writing, of Comviva Technologies Ltd  (the Company). </a:t>
            </a:r>
          </a:p>
          <a:p>
            <a:pPr eaLnBrk="1" hangingPunct="1">
              <a:defRPr/>
            </a:pPr>
            <a:r>
              <a:rPr lang="en-US" sz="800">
                <a:solidFill>
                  <a:srgbClr val="7F7F7F"/>
                </a:solidFill>
                <a:ea typeface="+mn-ea"/>
              </a:rPr>
              <a:t> </a:t>
            </a:r>
            <a:r>
              <a:rPr lang="en-GB" sz="800">
                <a:solidFill>
                  <a:srgbClr val="7F7F7F"/>
                </a:solidFill>
                <a:ea typeface="+mn-ea"/>
              </a:rPr>
              <a:t>The information in this document is subject to changes without notice. This describes only the product defined in the introduction of this documentation. This document is intended for the use of prospective customers of the Company  Products Solutions and or Services for the sole purpose of the transaction for which the document is submitted. No part of it may be reproduced or transmitted in any form or manner whatsoever without the prior written permission of the company. The Customer, who/which assumes full responsibility for using the document appropriately. The Company welcomes customer comments as part of the process of continuous development and improvement. </a:t>
            </a:r>
            <a:endParaRPr lang="en-US" sz="800">
              <a:solidFill>
                <a:srgbClr val="7F7F7F"/>
              </a:solidFill>
              <a:ea typeface="+mn-ea"/>
            </a:endParaRPr>
          </a:p>
          <a:p>
            <a:pPr eaLnBrk="1" hangingPunct="1">
              <a:defRPr/>
            </a:pPr>
            <a:r>
              <a:rPr lang="en-GB" sz="800">
                <a:solidFill>
                  <a:srgbClr val="7F7F7F"/>
                </a:solidFill>
                <a:ea typeface="+mn-ea"/>
              </a:rPr>
              <a:t> The Company, has made all reasonable efforts to ensure that the information contained in the document are adequate, sufficient and free of material errors and omissions. The Company will, if necessary, explain issues, which may not be covered by the document. However, the Company does not assume any liability of whatsoever nature , for any errors in the document except the responsibility to provide correct information when any such error is brought to company’s knowledge. The Company will not be responsible, in any event, for errors in this document or for any damages, incidental or consequential, including monetary losses that might arise from the use of this document or of the information contained in it.       </a:t>
            </a:r>
            <a:endParaRPr lang="en-US" sz="800">
              <a:solidFill>
                <a:srgbClr val="7F7F7F"/>
              </a:solidFill>
              <a:ea typeface="+mn-ea"/>
            </a:endParaRPr>
          </a:p>
          <a:p>
            <a:pPr eaLnBrk="1" hangingPunct="1">
              <a:defRPr/>
            </a:pPr>
            <a:r>
              <a:rPr lang="en-GB" sz="800">
                <a:solidFill>
                  <a:srgbClr val="7F7F7F"/>
                </a:solidFill>
                <a:ea typeface="+mn-ea"/>
              </a:rPr>
              <a:t> This document and the Products, Solutions and Services it describes are intellectual property of the Company and/or of the respective owners thereof, whether such IPR is registered, registrable, pending for registration, applied for registration or not.</a:t>
            </a:r>
            <a:endParaRPr lang="en-US" sz="800">
              <a:solidFill>
                <a:srgbClr val="7F7F7F"/>
              </a:solidFill>
              <a:ea typeface="+mn-ea"/>
            </a:endParaRPr>
          </a:p>
          <a:p>
            <a:pPr eaLnBrk="1" hangingPunct="1">
              <a:defRPr/>
            </a:pPr>
            <a:r>
              <a:rPr lang="en-GB" sz="800">
                <a:solidFill>
                  <a:srgbClr val="7F7F7F"/>
                </a:solidFill>
                <a:ea typeface="+mn-ea"/>
              </a:rPr>
              <a:t> The only warranties for the Company Products, Solutions and Services are set forth in the express warranty statements accompanying its products and services. Nothing herein should be construed as constituting an additional warranty. The Company shall not be liable for technical or editorial errors or omissions contained herein.</a:t>
            </a:r>
            <a:endParaRPr lang="en-US" sz="800">
              <a:solidFill>
                <a:srgbClr val="7F7F7F"/>
              </a:solidFill>
              <a:ea typeface="+mn-ea"/>
            </a:endParaRPr>
          </a:p>
          <a:p>
            <a:pPr eaLnBrk="1" hangingPunct="1">
              <a:defRPr/>
            </a:pPr>
            <a:r>
              <a:rPr lang="en-GB" sz="800">
                <a:solidFill>
                  <a:srgbClr val="7F7F7F"/>
                </a:solidFill>
                <a:ea typeface="+mn-ea"/>
              </a:rPr>
              <a:t> The Company logo is a trademark of the Company. Other products, names, logos  mentioned in this document , if any , may be trademarks of their respective owners.</a:t>
            </a:r>
            <a:endParaRPr lang="en-US" sz="800">
              <a:solidFill>
                <a:srgbClr val="7F7F7F"/>
              </a:solidFill>
              <a:ea typeface="+mn-ea"/>
            </a:endParaRPr>
          </a:p>
          <a:p>
            <a:pPr eaLnBrk="1" hangingPunct="1">
              <a:defRPr/>
            </a:pPr>
            <a:r>
              <a:rPr lang="en-US" sz="800">
                <a:solidFill>
                  <a:srgbClr val="7F7F7F"/>
                </a:solidFill>
                <a:ea typeface="+mn-ea"/>
              </a:rPr>
              <a:t> </a:t>
            </a:r>
          </a:p>
        </p:txBody>
      </p:sp>
      <p:sp>
        <p:nvSpPr>
          <p:cNvPr id="5" name="TextBox 20">
            <a:extLst>
              <a:ext uri="{FF2B5EF4-FFF2-40B4-BE49-F238E27FC236}">
                <a16:creationId xmlns:a16="http://schemas.microsoft.com/office/drawing/2014/main" id="{9B2BA040-96B8-E4E6-CB2D-43A1889D82EF}"/>
              </a:ext>
            </a:extLst>
          </p:cNvPr>
          <p:cNvSpPr txBox="1">
            <a:spLocks noChangeArrowheads="1"/>
          </p:cNvSpPr>
          <p:nvPr/>
        </p:nvSpPr>
        <p:spPr bwMode="gray">
          <a:xfrm>
            <a:off x="641350" y="6629400"/>
            <a:ext cx="3146425" cy="123825"/>
          </a:xfrm>
          <a:prstGeom prst="rect">
            <a:avLst/>
          </a:prstGeom>
          <a:noFill/>
          <a:ln>
            <a:noFill/>
          </a:ln>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sz="800">
                <a:solidFill>
                  <a:schemeClr val="tx2"/>
                </a:solidFill>
                <a:ea typeface="+mn-ea"/>
              </a:rPr>
              <a:t>Copyright © 2013 Comviva Technologies Limited. All rights reserved.</a:t>
            </a:r>
          </a:p>
        </p:txBody>
      </p:sp>
      <p:sp>
        <p:nvSpPr>
          <p:cNvPr id="2" name="Title 1"/>
          <p:cNvSpPr>
            <a:spLocks noGrp="1"/>
          </p:cNvSpPr>
          <p:nvPr>
            <p:ph type="title"/>
          </p:nvPr>
        </p:nvSpPr>
        <p:spPr bwMode="gray">
          <a:xfrm>
            <a:off x="1822451" y="1527296"/>
            <a:ext cx="8973312" cy="480131"/>
          </a:xfrm>
          <a:noFill/>
          <a:ln w="9525">
            <a:noFill/>
            <a:miter lim="800000"/>
            <a:headEnd/>
            <a:tailEnd/>
          </a:ln>
        </p:spPr>
        <p:txBody>
          <a:bodyPr/>
          <a:lstStyle>
            <a:lvl1pPr algn="l">
              <a:defRPr lang="en-US" sz="2800" b="1" kern="1200" dirty="0">
                <a:solidFill>
                  <a:schemeClr val="tx2"/>
                </a:solidFill>
                <a:latin typeface="Calibri" pitchFamily="34" charset="0"/>
                <a:ea typeface="+mj-ea"/>
                <a:cs typeface="Calibri"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22451" y="2140170"/>
            <a:ext cx="8979503" cy="276999"/>
          </a:xfrm>
          <a:prstGeom prst="rect">
            <a:avLst/>
          </a:prstGeom>
          <a:noFill/>
          <a:ln w="9525">
            <a:noFill/>
            <a:miter lim="800000"/>
            <a:headEnd/>
            <a:tailEnd/>
          </a:ln>
        </p:spPr>
        <p:txBody>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Calibri" pitchFamily="34" charset="0"/>
                <a:ea typeface="+mn-ea"/>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412850733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pic>
        <p:nvPicPr>
          <p:cNvPr id="2" name="Picture 5" descr="ridge4.png">
            <a:extLst>
              <a:ext uri="{FF2B5EF4-FFF2-40B4-BE49-F238E27FC236}">
                <a16:creationId xmlns:a16="http://schemas.microsoft.com/office/drawing/2014/main" id="{1A757819-B866-0A65-BA65-4226C8B479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ltGray">
          <a:xfrm>
            <a:off x="1588" y="0"/>
            <a:ext cx="5292725"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0">
            <a:extLst>
              <a:ext uri="{FF2B5EF4-FFF2-40B4-BE49-F238E27FC236}">
                <a16:creationId xmlns:a16="http://schemas.microsoft.com/office/drawing/2014/main" id="{F2556FF9-F9F0-D1BB-BD27-A8BE8AEFDF59}"/>
              </a:ext>
            </a:extLst>
          </p:cNvPr>
          <p:cNvSpPr txBox="1">
            <a:spLocks noChangeArrowheads="1"/>
          </p:cNvSpPr>
          <p:nvPr/>
        </p:nvSpPr>
        <p:spPr bwMode="gray">
          <a:xfrm>
            <a:off x="641350" y="6629400"/>
            <a:ext cx="3146425" cy="123825"/>
          </a:xfrm>
          <a:prstGeom prst="rect">
            <a:avLst/>
          </a:prstGeom>
          <a:noFill/>
          <a:ln>
            <a:noFill/>
          </a:ln>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sz="800">
                <a:solidFill>
                  <a:schemeClr val="tx2"/>
                </a:solidFill>
                <a:ea typeface="+mn-ea"/>
              </a:rPr>
              <a:t>Copyright © 2013 Comviva Technologies Limited. All rights reserved.</a:t>
            </a:r>
          </a:p>
        </p:txBody>
      </p:sp>
      <p:sp>
        <p:nvSpPr>
          <p:cNvPr id="4" name="Slide Number Placeholder 5">
            <a:extLst>
              <a:ext uri="{FF2B5EF4-FFF2-40B4-BE49-F238E27FC236}">
                <a16:creationId xmlns:a16="http://schemas.microsoft.com/office/drawing/2014/main" id="{1460CE16-700D-823C-FA09-727E2882D3C0}"/>
              </a:ext>
            </a:extLst>
          </p:cNvPr>
          <p:cNvSpPr txBox="1">
            <a:spLocks/>
          </p:cNvSpPr>
          <p:nvPr/>
        </p:nvSpPr>
        <p:spPr bwMode="auto">
          <a:xfrm>
            <a:off x="11814175" y="6613525"/>
            <a:ext cx="157163" cy="153988"/>
          </a:xfrm>
          <a:prstGeom prst="rect">
            <a:avLst/>
          </a:prstGeom>
          <a:noFill/>
          <a:ln>
            <a:noFill/>
          </a:ln>
        </p:spPr>
        <p:txBody>
          <a:bodyPr wrap="none" lIns="0" tIns="0" rIns="0" bIns="0" anchor="ctr">
            <a:spAutoFit/>
          </a:bodyPr>
          <a:lstStyle>
            <a:lvl1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gn="r" eaLnBrk="1" hangingPunct="1">
              <a:defRPr/>
            </a:pPr>
            <a:fld id="{01A59E4C-3EB3-4391-BBAC-28E44C8E385B}" type="slidenum">
              <a:rPr lang="en-US" altLang="en-US" sz="1000" smtClean="0">
                <a:solidFill>
                  <a:schemeClr val="tx2"/>
                </a:solidFill>
                <a:cs typeface="Arial" panose="020B0604020202020204" pitchFamily="34" charset="0"/>
              </a:rPr>
              <a:pPr algn="r" eaLnBrk="1" hangingPunct="1">
                <a:defRPr/>
              </a:pPr>
              <a:t>‹#›</a:t>
            </a:fld>
            <a:endParaRPr lang="en-US" altLang="en-US" sz="1000">
              <a:solidFill>
                <a:schemeClr val="tx2"/>
              </a:solidFill>
              <a:cs typeface="Arial" panose="020B0604020202020204" pitchFamily="34" charset="0"/>
            </a:endParaRPr>
          </a:p>
        </p:txBody>
      </p:sp>
      <p:pic>
        <p:nvPicPr>
          <p:cNvPr id="5" name="Picture 10">
            <a:extLst>
              <a:ext uri="{FF2B5EF4-FFF2-40B4-BE49-F238E27FC236}">
                <a16:creationId xmlns:a16="http://schemas.microsoft.com/office/drawing/2014/main" id="{E23ADC19-D497-934C-2A80-E4C13C348E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0" y="477838"/>
            <a:ext cx="378460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5633778"/>
      </p:ext>
    </p:extLst>
  </p:cSld>
  <p:clrMapOvr>
    <a:masterClrMapping/>
  </p:clrMapOvr>
  <p:transition spd="slow"/>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itle Slide 2">
    <p:spTree>
      <p:nvGrpSpPr>
        <p:cNvPr id="1" name=""/>
        <p:cNvGrpSpPr/>
        <p:nvPr/>
      </p:nvGrpSpPr>
      <p:grpSpPr>
        <a:xfrm>
          <a:off x="0" y="0"/>
          <a:ext cx="0" cy="0"/>
          <a:chOff x="0" y="0"/>
          <a:chExt cx="0" cy="0"/>
        </a:xfrm>
      </p:grpSpPr>
      <p:sp>
        <p:nvSpPr>
          <p:cNvPr id="2" name="TextBox 20">
            <a:extLst>
              <a:ext uri="{FF2B5EF4-FFF2-40B4-BE49-F238E27FC236}">
                <a16:creationId xmlns:a16="http://schemas.microsoft.com/office/drawing/2014/main" id="{295DFCAA-1BF9-198D-9876-EDD4498A1DCD}"/>
              </a:ext>
            </a:extLst>
          </p:cNvPr>
          <p:cNvSpPr txBox="1">
            <a:spLocks noChangeArrowheads="1"/>
          </p:cNvSpPr>
          <p:nvPr/>
        </p:nvSpPr>
        <p:spPr bwMode="gray">
          <a:xfrm>
            <a:off x="641350" y="6629400"/>
            <a:ext cx="3146425" cy="123825"/>
          </a:xfrm>
          <a:prstGeom prst="rect">
            <a:avLst/>
          </a:prstGeom>
          <a:noFill/>
          <a:ln>
            <a:noFill/>
          </a:ln>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sz="800">
                <a:solidFill>
                  <a:schemeClr val="tx2"/>
                </a:solidFill>
                <a:ea typeface="+mn-ea"/>
              </a:rPr>
              <a:t>Copyright © 2013 Comviva Technologies Limited. All rights reserved.</a:t>
            </a:r>
          </a:p>
        </p:txBody>
      </p:sp>
      <p:pic>
        <p:nvPicPr>
          <p:cNvPr id="4" name="Picture 6" descr="ridge4.png">
            <a:extLst>
              <a:ext uri="{FF2B5EF4-FFF2-40B4-BE49-F238E27FC236}">
                <a16:creationId xmlns:a16="http://schemas.microsoft.com/office/drawing/2014/main" id="{68911865-93AF-1713-315D-A61118EC0FB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ltGray">
          <a:xfrm>
            <a:off x="1588" y="0"/>
            <a:ext cx="5292725"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E3A526B8-E346-A506-A2C5-5606A84E43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0" y="477838"/>
            <a:ext cx="378460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bwMode="gray">
          <a:xfrm>
            <a:off x="2436284" y="4053702"/>
            <a:ext cx="7349067" cy="276999"/>
          </a:xfrm>
          <a:prstGeom prst="rect">
            <a:avLst/>
          </a:prstGeom>
        </p:spPr>
        <p:txBody>
          <a:bodyPr anchor="b">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36284" y="2184400"/>
            <a:ext cx="7349067" cy="646331"/>
          </a:xfrm>
        </p:spPr>
        <p:txBody>
          <a:bodyPr/>
          <a:lstStyle>
            <a:lvl1pPr algn="l">
              <a:defRPr sz="4000" b="1">
                <a:solidFill>
                  <a:schemeClr val="bg2"/>
                </a:solidFill>
                <a:latin typeface="Arial" pitchFamily="34" charset="0"/>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72320864"/>
      </p:ext>
    </p:extLst>
  </p:cSld>
  <p:clrMapOvr>
    <a:masterClrMapping/>
  </p:clrMapOvr>
  <p:transition spd="slow"/>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a:prstGeom prst="rect">
            <a:avLst/>
          </a:prstGeo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398696"/>
      </p:ext>
    </p:extLst>
  </p:cSld>
  <p:clrMapOvr>
    <a:masterClrMapping/>
  </p:clrMapOvr>
  <p:transition spd="slow"/>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a:prstGeom prst="rect">
            <a:avLst/>
          </a:prstGeo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641349" y="1270453"/>
            <a:ext cx="10966451" cy="283711"/>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08042273"/>
      </p:ext>
    </p:extLst>
  </p:cSld>
  <p:clrMapOvr>
    <a:masterClrMapping/>
  </p:clrMapOvr>
  <p:transition spd="slow"/>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
          <p:cNvSpPr>
            <a:spLocks noGrp="1"/>
          </p:cNvSpPr>
          <p:nvPr>
            <p:ph type="body" sz="quarter" idx="10"/>
          </p:nvPr>
        </p:nvSpPr>
        <p:spPr bwMode="gray">
          <a:xfrm>
            <a:off x="641349" y="1971676"/>
            <a:ext cx="10966451" cy="1846659"/>
          </a:xfrm>
          <a:prstGeom prst="rect">
            <a:avLst/>
          </a:prstGeom>
        </p:spPr>
        <p:txBody>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5688788"/>
      </p:ext>
    </p:extLst>
  </p:cSld>
  <p:clrMapOvr>
    <a:masterClrMapping/>
  </p:clrMapOvr>
  <p:transition spd="slow"/>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1" y="1971676"/>
            <a:ext cx="5437716" cy="4162425"/>
          </a:xfrm>
          <a:prstGeom prst="rect">
            <a:avLst/>
          </a:prstGeom>
        </p:spPr>
        <p:txBody>
          <a:bodyPr>
            <a:noAutofit/>
          </a:bodyPr>
          <a:lstStyle>
            <a:lvl1pPr marL="0" indent="0">
              <a:buNone/>
              <a:defRPr>
                <a:latin typeface="Arial" pitchFamily="34" charset="0"/>
                <a:cs typeface="Arial" pitchFamily="34" charset="0"/>
              </a:defRPr>
            </a:lvl1pPr>
          </a:lstStyle>
          <a:p>
            <a:pPr lvl="0"/>
            <a:r>
              <a:rPr lang="en-US" noProof="0"/>
              <a:t>Click icon to add picture</a:t>
            </a:r>
            <a:endParaRPr lang="en-US" noProof="0" dirty="0"/>
          </a:p>
        </p:txBody>
      </p:sp>
      <p:sp>
        <p:nvSpPr>
          <p:cNvPr id="18" name="Text Placeholder 4"/>
          <p:cNvSpPr>
            <a:spLocks noGrp="1"/>
          </p:cNvSpPr>
          <p:nvPr>
            <p:ph type="body" sz="quarter" idx="19"/>
          </p:nvPr>
        </p:nvSpPr>
        <p:spPr bwMode="gray">
          <a:xfrm>
            <a:off x="6451600" y="1971676"/>
            <a:ext cx="5128683" cy="1384995"/>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90796332"/>
      </p:ext>
    </p:extLst>
  </p:cSld>
  <p:clrMapOvr>
    <a:masterClrMapping/>
  </p:clrMapOvr>
  <p:transition spd="slow"/>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Divider Slide">
    <p:spTree>
      <p:nvGrpSpPr>
        <p:cNvPr id="1" name=""/>
        <p:cNvGrpSpPr/>
        <p:nvPr/>
      </p:nvGrpSpPr>
      <p:grpSpPr>
        <a:xfrm>
          <a:off x="0" y="0"/>
          <a:ext cx="0" cy="0"/>
          <a:chOff x="0" y="0"/>
          <a:chExt cx="0" cy="0"/>
        </a:xfrm>
      </p:grpSpPr>
      <p:pic>
        <p:nvPicPr>
          <p:cNvPr id="2" name="Picture 5" descr="ridge4.png">
            <a:extLst>
              <a:ext uri="{FF2B5EF4-FFF2-40B4-BE49-F238E27FC236}">
                <a16:creationId xmlns:a16="http://schemas.microsoft.com/office/drawing/2014/main" id="{F078AF9B-4B9E-0521-32EF-82E690154A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ltGray">
          <a:xfrm>
            <a:off x="1588" y="0"/>
            <a:ext cx="5292725"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a:extLst>
              <a:ext uri="{FF2B5EF4-FFF2-40B4-BE49-F238E27FC236}">
                <a16:creationId xmlns:a16="http://schemas.microsoft.com/office/drawing/2014/main" id="{F248DC8F-3A8C-0995-7C68-583DBF8A9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0" y="477838"/>
            <a:ext cx="378460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bwMode="gray">
          <a:xfrm>
            <a:off x="2453217" y="4067176"/>
            <a:ext cx="7366000" cy="276999"/>
          </a:xfrm>
          <a:prstGeom prst="rect">
            <a:avLst/>
          </a:prstGeom>
          <a:noFill/>
          <a:ln w="9525">
            <a:noFill/>
            <a:miter lim="800000"/>
            <a:headEnd/>
            <a:tailEnd/>
          </a:ln>
        </p:spPr>
        <p:txBody>
          <a:bodyPr anchor="b"/>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53219" y="2200275"/>
            <a:ext cx="7366000" cy="646331"/>
          </a:xfrm>
          <a:noFill/>
          <a:ln w="9525">
            <a:noFill/>
            <a:miter lim="800000"/>
            <a:headEnd/>
            <a:tailEnd/>
          </a:ln>
        </p:spPr>
        <p:txBody>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270356599"/>
      </p:ext>
    </p:extLst>
  </p:cSld>
  <p:clrMapOvr>
    <a:masterClrMapping/>
  </p:clrMapOvr>
  <p:transition spd="slow"/>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Divider Slide 2">
    <p:spTree>
      <p:nvGrpSpPr>
        <p:cNvPr id="1" name=""/>
        <p:cNvGrpSpPr/>
        <p:nvPr/>
      </p:nvGrpSpPr>
      <p:grpSpPr>
        <a:xfrm>
          <a:off x="0" y="0"/>
          <a:ext cx="0" cy="0"/>
          <a:chOff x="0" y="0"/>
          <a:chExt cx="0" cy="0"/>
        </a:xfrm>
      </p:grpSpPr>
      <p:pic>
        <p:nvPicPr>
          <p:cNvPr id="2" name="Picture 5" descr="ridge4.png">
            <a:extLst>
              <a:ext uri="{FF2B5EF4-FFF2-40B4-BE49-F238E27FC236}">
                <a16:creationId xmlns:a16="http://schemas.microsoft.com/office/drawing/2014/main" id="{609824A5-91FB-1813-FC30-79CB78741B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ltGray">
          <a:xfrm>
            <a:off x="1588" y="0"/>
            <a:ext cx="5292725"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a:extLst>
              <a:ext uri="{FF2B5EF4-FFF2-40B4-BE49-F238E27FC236}">
                <a16:creationId xmlns:a16="http://schemas.microsoft.com/office/drawing/2014/main" id="{952B9B99-986D-3433-3B4D-24C187E4D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0" y="477838"/>
            <a:ext cx="378460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icture Placeholder 22"/>
          <p:cNvSpPr>
            <a:spLocks noGrp="1"/>
          </p:cNvSpPr>
          <p:nvPr>
            <p:ph type="pic" sz="quarter" idx="13"/>
          </p:nvPr>
        </p:nvSpPr>
        <p:spPr bwMode="gray">
          <a:xfrm>
            <a:off x="641351" y="1971675"/>
            <a:ext cx="5469467" cy="4175125"/>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p:nvPr>
        </p:nvSpPr>
        <p:spPr bwMode="gray">
          <a:xfrm>
            <a:off x="6568017" y="4295776"/>
            <a:ext cx="5041899" cy="276999"/>
          </a:xfrm>
          <a:prstGeom prst="rect">
            <a:avLst/>
          </a:prstGeom>
          <a:noFill/>
          <a:ln w="9525">
            <a:noFill/>
            <a:miter lim="800000"/>
            <a:headEnd/>
            <a:tailEnd/>
          </a:ln>
        </p:spPr>
        <p:txBody>
          <a:bodyPr anchor="b"/>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3" name="Title 8"/>
          <p:cNvSpPr>
            <a:spLocks noGrp="1"/>
          </p:cNvSpPr>
          <p:nvPr>
            <p:ph type="title"/>
          </p:nvPr>
        </p:nvSpPr>
        <p:spPr bwMode="gray">
          <a:xfrm>
            <a:off x="6568019" y="1971676"/>
            <a:ext cx="5041899" cy="1200329"/>
          </a:xfrm>
          <a:noFill/>
          <a:ln w="9525">
            <a:noFill/>
            <a:miter lim="800000"/>
            <a:headEnd/>
            <a:tailEnd/>
          </a:ln>
        </p:spPr>
        <p:txBody>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31319527"/>
      </p:ext>
    </p:extLst>
  </p:cSld>
  <p:clrMapOvr>
    <a:masterClrMapping/>
  </p:clrMapOvr>
  <p:transition spd="slow"/>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Content 2">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7DB890F-0846-8223-4147-255CFE7C2DEB}"/>
              </a:ext>
            </a:extLst>
          </p:cNvPr>
          <p:cNvCxnSpPr/>
          <p:nvPr/>
        </p:nvCxnSpPr>
        <p:spPr bwMode="gray">
          <a:xfrm>
            <a:off x="641350" y="2344738"/>
            <a:ext cx="5208588"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4A955C-8AF4-8A7F-69B8-3A7D261EEDE0}"/>
              </a:ext>
            </a:extLst>
          </p:cNvPr>
          <p:cNvCxnSpPr/>
          <p:nvPr/>
        </p:nvCxnSpPr>
        <p:spPr bwMode="gray">
          <a:xfrm>
            <a:off x="6364288" y="2344738"/>
            <a:ext cx="5210175"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 Placeholder 4"/>
          <p:cNvSpPr>
            <a:spLocks noGrp="1"/>
          </p:cNvSpPr>
          <p:nvPr>
            <p:ph type="body" sz="quarter" idx="10"/>
          </p:nvPr>
        </p:nvSpPr>
        <p:spPr bwMode="gray">
          <a:xfrm>
            <a:off x="641351" y="2466976"/>
            <a:ext cx="5245100" cy="1430804"/>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bwMode="gray">
          <a:xfrm>
            <a:off x="6364818" y="2466976"/>
            <a:ext cx="5245100" cy="1430804"/>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bwMode="gray">
          <a:xfrm>
            <a:off x="641351" y="1971676"/>
            <a:ext cx="5245100" cy="286161"/>
          </a:xfrm>
          <a:prstGeom prst="rect">
            <a:avLst/>
          </a:prstGeo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6" name="Text Placeholder 4"/>
          <p:cNvSpPr>
            <a:spLocks noGrp="1"/>
          </p:cNvSpPr>
          <p:nvPr>
            <p:ph type="body" sz="quarter" idx="13"/>
          </p:nvPr>
        </p:nvSpPr>
        <p:spPr bwMode="gray">
          <a:xfrm>
            <a:off x="6364818" y="1971676"/>
            <a:ext cx="5245100" cy="286161"/>
          </a:xfrm>
          <a:prstGeom prst="rect">
            <a:avLst/>
          </a:prstGeo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0"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5" name="Text Placeholder 41"/>
          <p:cNvSpPr>
            <a:spLocks noGrp="1"/>
          </p:cNvSpPr>
          <p:nvPr>
            <p:ph type="body" sz="quarter" idx="14"/>
          </p:nvPr>
        </p:nvSpPr>
        <p:spPr bwMode="gray">
          <a:xfrm>
            <a:off x="641349" y="1270453"/>
            <a:ext cx="10966451" cy="283711"/>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85108684"/>
      </p:ext>
    </p:extLst>
  </p:cSld>
  <p:clrMapOvr>
    <a:masterClrMapping/>
  </p:clrMapOvr>
  <p:transition spd="slow"/>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Content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5E24D95-6E26-BDF8-E9F0-97414159C801}"/>
              </a:ext>
            </a:extLst>
          </p:cNvPr>
          <p:cNvCxnSpPr/>
          <p:nvPr/>
        </p:nvCxnSpPr>
        <p:spPr bwMode="gray">
          <a:xfrm>
            <a:off x="641350" y="2344738"/>
            <a:ext cx="5208588"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4193A3A7-7B36-9F29-929A-B8F5429B5D12}"/>
              </a:ext>
            </a:extLst>
          </p:cNvPr>
          <p:cNvCxnSpPr/>
          <p:nvPr/>
        </p:nvCxnSpPr>
        <p:spPr bwMode="gray">
          <a:xfrm>
            <a:off x="6364288" y="2344738"/>
            <a:ext cx="5210175"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0AD58D7-8852-0AC3-AFF5-D7DA10CC6527}"/>
              </a:ext>
            </a:extLst>
          </p:cNvPr>
          <p:cNvCxnSpPr/>
          <p:nvPr/>
        </p:nvCxnSpPr>
        <p:spPr bwMode="gray">
          <a:xfrm>
            <a:off x="641350" y="4581525"/>
            <a:ext cx="5208588"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E1C97D6-5998-27E5-1CD4-2F27237E525D}"/>
              </a:ext>
            </a:extLst>
          </p:cNvPr>
          <p:cNvCxnSpPr/>
          <p:nvPr/>
        </p:nvCxnSpPr>
        <p:spPr bwMode="gray">
          <a:xfrm>
            <a:off x="6364288" y="4581525"/>
            <a:ext cx="5210175"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7" name="Text Placeholder 4"/>
          <p:cNvSpPr>
            <a:spLocks noGrp="1"/>
          </p:cNvSpPr>
          <p:nvPr>
            <p:ph type="body" sz="quarter" idx="10"/>
          </p:nvPr>
        </p:nvSpPr>
        <p:spPr bwMode="gray">
          <a:xfrm>
            <a:off x="641351" y="2466976"/>
            <a:ext cx="5245100" cy="1430804"/>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p:cNvSpPr>
            <a:spLocks noGrp="1"/>
          </p:cNvSpPr>
          <p:nvPr>
            <p:ph type="body" sz="quarter" idx="11"/>
          </p:nvPr>
        </p:nvSpPr>
        <p:spPr bwMode="gray">
          <a:xfrm>
            <a:off x="6364818" y="2466976"/>
            <a:ext cx="5245100" cy="1430804"/>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p:cNvSpPr>
            <a:spLocks noGrp="1"/>
          </p:cNvSpPr>
          <p:nvPr>
            <p:ph type="body" sz="quarter" idx="12"/>
          </p:nvPr>
        </p:nvSpPr>
        <p:spPr bwMode="gray">
          <a:xfrm>
            <a:off x="641351" y="1971676"/>
            <a:ext cx="5245100" cy="286161"/>
          </a:xfrm>
          <a:prstGeom prst="rect">
            <a:avLst/>
          </a:prstGeo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2" name="Text Placeholder 4"/>
          <p:cNvSpPr>
            <a:spLocks noGrp="1"/>
          </p:cNvSpPr>
          <p:nvPr>
            <p:ph type="body" sz="quarter" idx="13"/>
          </p:nvPr>
        </p:nvSpPr>
        <p:spPr bwMode="gray">
          <a:xfrm>
            <a:off x="6364818" y="1971676"/>
            <a:ext cx="5245100" cy="286161"/>
          </a:xfrm>
          <a:prstGeom prst="rect">
            <a:avLst/>
          </a:prstGeom>
          <a:noFill/>
          <a:ln>
            <a:noFill/>
          </a:ln>
        </p:spPr>
        <p:txBody>
          <a:bodyPr anchor="b"/>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5" name="Text Placeholder 4"/>
          <p:cNvSpPr>
            <a:spLocks noGrp="1"/>
          </p:cNvSpPr>
          <p:nvPr>
            <p:ph type="body" sz="quarter" idx="15"/>
          </p:nvPr>
        </p:nvSpPr>
        <p:spPr bwMode="gray">
          <a:xfrm>
            <a:off x="641351" y="4703296"/>
            <a:ext cx="5245100" cy="1430804"/>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p:cNvSpPr>
            <a:spLocks noGrp="1"/>
          </p:cNvSpPr>
          <p:nvPr>
            <p:ph type="body" sz="quarter" idx="16"/>
          </p:nvPr>
        </p:nvSpPr>
        <p:spPr bwMode="gray">
          <a:xfrm>
            <a:off x="6364818" y="4703296"/>
            <a:ext cx="5245100" cy="1430804"/>
          </a:xfrm>
          <a:prstGeom prst="rect">
            <a:avLst/>
          </a:prstGeo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4"/>
          <p:cNvSpPr>
            <a:spLocks noGrp="1"/>
          </p:cNvSpPr>
          <p:nvPr>
            <p:ph type="body" sz="quarter" idx="17"/>
          </p:nvPr>
        </p:nvSpPr>
        <p:spPr bwMode="gray">
          <a:xfrm>
            <a:off x="641351" y="4207996"/>
            <a:ext cx="5245100" cy="286161"/>
          </a:xfrm>
          <a:prstGeom prst="rect">
            <a:avLst/>
          </a:prstGeo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8" name="Text Placeholder 4"/>
          <p:cNvSpPr>
            <a:spLocks noGrp="1"/>
          </p:cNvSpPr>
          <p:nvPr>
            <p:ph type="body" sz="quarter" idx="18"/>
          </p:nvPr>
        </p:nvSpPr>
        <p:spPr bwMode="gray">
          <a:xfrm>
            <a:off x="6364818" y="4207996"/>
            <a:ext cx="5245100" cy="286161"/>
          </a:xfrm>
          <a:prstGeom prst="rect">
            <a:avLst/>
          </a:prstGeo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49" name="Text Placeholder 41"/>
          <p:cNvSpPr>
            <a:spLocks noGrp="1"/>
          </p:cNvSpPr>
          <p:nvPr>
            <p:ph type="body" sz="quarter" idx="19"/>
          </p:nvPr>
        </p:nvSpPr>
        <p:spPr bwMode="gray">
          <a:xfrm>
            <a:off x="641349" y="1270453"/>
            <a:ext cx="10966451" cy="283711"/>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77542246"/>
      </p:ext>
    </p:extLst>
  </p:cSld>
  <p:clrMapOvr>
    <a:masterClrMapping/>
  </p:clrMapOvr>
  <p:transition spd="slow"/>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51199" y="1971676"/>
            <a:ext cx="2724151" cy="1508105"/>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41352" y="1971676"/>
            <a:ext cx="2305049" cy="1892299"/>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92117" y="1971676"/>
            <a:ext cx="2724151" cy="1508105"/>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82269" y="1971676"/>
            <a:ext cx="2305049" cy="1892299"/>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p:nvPr>
        </p:nvSpPr>
        <p:spPr bwMode="gray">
          <a:xfrm>
            <a:off x="3251199" y="4241802"/>
            <a:ext cx="2724151" cy="1508105"/>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41352" y="4241802"/>
            <a:ext cx="2305049" cy="1892299"/>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p:nvPr>
        </p:nvSpPr>
        <p:spPr bwMode="gray">
          <a:xfrm>
            <a:off x="8892117" y="4241802"/>
            <a:ext cx="2724151" cy="1508105"/>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82269" y="4241802"/>
            <a:ext cx="2305049" cy="1892299"/>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349" y="1270453"/>
            <a:ext cx="10966451" cy="283711"/>
          </a:xfrm>
          <a:prstGeom prst="rect">
            <a:avLst/>
          </a:prstGeo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17646454"/>
      </p:ext>
    </p:extLst>
  </p:cSld>
  <p:clrMapOvr>
    <a:masterClrMapping/>
  </p:clrMapOvr>
  <p:transition spd="slow"/>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51" y="1971675"/>
            <a:ext cx="10968567" cy="4162426"/>
          </a:xfrm>
          <a:prstGeom prst="rect">
            <a:avLst/>
          </a:prstGeom>
        </p:spPr>
        <p:txBody>
          <a:bodyPr>
            <a:noAutofit/>
          </a:bodyPr>
          <a:lstStyle>
            <a:lvl1pPr marL="0" indent="0">
              <a:buNone/>
              <a:defRPr>
                <a:latin typeface="Arial" pitchFamily="34" charset="0"/>
                <a:cs typeface="Arial" pitchFamily="34" charset="0"/>
              </a:defRPr>
            </a:lvl1pPr>
          </a:lstStyle>
          <a:p>
            <a:pPr lvl="0"/>
            <a:r>
              <a:rPr lang="en-US" noProof="0"/>
              <a:t>Click icon to add table</a:t>
            </a:r>
            <a:endParaRPr lang="en-US" noProof="0" dirty="0"/>
          </a:p>
        </p:txBody>
      </p:sp>
      <p:sp>
        <p:nvSpPr>
          <p:cNvPr id="4"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8" name="Text Placeholder 41"/>
          <p:cNvSpPr>
            <a:spLocks noGrp="1"/>
          </p:cNvSpPr>
          <p:nvPr>
            <p:ph type="body" sz="quarter" idx="13"/>
          </p:nvPr>
        </p:nvSpPr>
        <p:spPr bwMode="gray">
          <a:xfrm>
            <a:off x="641349" y="1270453"/>
            <a:ext cx="10966451" cy="283711"/>
          </a:xfrm>
          <a:prstGeom prst="rect">
            <a:avLst/>
          </a:prstGeo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40188368"/>
      </p:ext>
    </p:extLst>
  </p:cSld>
  <p:clrMapOvr>
    <a:masterClrMapping/>
  </p:clrMapOvr>
  <p:transition spd="slow"/>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51" y="1971676"/>
            <a:ext cx="10968567" cy="4162425"/>
          </a:xfrm>
          <a:prstGeom prst="rect">
            <a:avLst/>
          </a:prstGeom>
        </p:spPr>
        <p:txBody>
          <a:bodyPr>
            <a:noAutofit/>
          </a:bodyPr>
          <a:lstStyle>
            <a:lvl1pPr marL="0" indent="0">
              <a:buNone/>
              <a:defRPr>
                <a:latin typeface="Arial" pitchFamily="34" charset="0"/>
                <a:cs typeface="Arial" pitchFamily="34" charset="0"/>
              </a:defRPr>
            </a:lvl1pPr>
          </a:lstStyle>
          <a:p>
            <a:pPr lvl="0"/>
            <a:r>
              <a:rPr lang="en-US" noProof="0"/>
              <a:t>Click icon to add chart</a:t>
            </a:r>
            <a:endParaRPr lang="en-US" noProof="0" dirty="0"/>
          </a:p>
        </p:txBody>
      </p:sp>
      <p:sp>
        <p:nvSpPr>
          <p:cNvPr id="4" name="Title 1"/>
          <p:cNvSpPr>
            <a:spLocks noGrp="1"/>
          </p:cNvSpPr>
          <p:nvPr>
            <p:ph type="title"/>
          </p:nvPr>
        </p:nvSpPr>
        <p:spPr bwMode="gray">
          <a:xfrm>
            <a:off x="641350" y="727075"/>
            <a:ext cx="10968567"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04488053"/>
      </p:ext>
    </p:extLst>
  </p:cSld>
  <p:clrMapOvr>
    <a:masterClrMapping/>
  </p:clrMapOvr>
  <p:transition spd="slow"/>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_Thank you">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5FF4A-0636-DB16-EF17-AE9A2265BE2D}"/>
              </a:ext>
            </a:extLst>
          </p:cNvPr>
          <p:cNvSpPr txBox="1">
            <a:spLocks noChangeArrowheads="1"/>
          </p:cNvSpPr>
          <p:nvPr/>
        </p:nvSpPr>
        <p:spPr bwMode="gray">
          <a:xfrm>
            <a:off x="1822450" y="3370263"/>
            <a:ext cx="9005888" cy="2370137"/>
          </a:xfrm>
          <a:prstGeom prst="rect">
            <a:avLst/>
          </a:prstGeom>
          <a:noFill/>
          <a:ln>
            <a:noFill/>
          </a:ln>
        </p:spPr>
        <p:txBody>
          <a:bodyPr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ts val="600"/>
              </a:spcBef>
              <a:defRPr/>
            </a:pPr>
            <a:r>
              <a:rPr lang="en-US" sz="1000" b="1">
                <a:solidFill>
                  <a:schemeClr val="tx2"/>
                </a:solidFill>
                <a:ea typeface="+mn-ea"/>
              </a:rPr>
              <a:t>Disclaimer </a:t>
            </a:r>
          </a:p>
          <a:p>
            <a:pPr algn="just" eaLnBrk="1" hangingPunct="1">
              <a:defRPr/>
            </a:pPr>
            <a:r>
              <a:rPr lang="en-US" sz="800">
                <a:solidFill>
                  <a:srgbClr val="7F7F7F"/>
                </a:solidFill>
                <a:ea typeface="+mn-ea"/>
              </a:rPr>
              <a:t>Copyright © 2013:  Comviva Technologies Ltd, Registered Office at A-26, Info City, Sector 34, Gurgaon-122001, Haryana, India. </a:t>
            </a:r>
          </a:p>
          <a:p>
            <a:pPr algn="just" eaLnBrk="1" hangingPunct="1">
              <a:defRPr/>
            </a:pPr>
            <a:r>
              <a:rPr lang="en-US" sz="800">
                <a:solidFill>
                  <a:srgbClr val="7F7F7F"/>
                </a:solidFill>
                <a:ea typeface="+mn-ea"/>
              </a:rPr>
              <a:t> </a:t>
            </a:r>
          </a:p>
          <a:p>
            <a:pPr eaLnBrk="1" hangingPunct="1">
              <a:defRPr/>
            </a:pPr>
            <a:r>
              <a:rPr lang="en-US" sz="800">
                <a:solidFill>
                  <a:srgbClr val="7F7F7F"/>
                </a:solidFill>
                <a:ea typeface="+mn-ea"/>
              </a:rPr>
              <a:t>All rights about this document are reserved and  shall not be , in whole or in part, copied, photocopied, reproduced, translated, or reduced to any manner including but not limited to electronic, mechanical, machine readable ,photographic, optic recording or otherwise without prior consent, in writing, of Comviva Technologies Ltd  (the Company). </a:t>
            </a:r>
          </a:p>
          <a:p>
            <a:pPr eaLnBrk="1" hangingPunct="1">
              <a:defRPr/>
            </a:pPr>
            <a:r>
              <a:rPr lang="en-US" sz="800">
                <a:solidFill>
                  <a:srgbClr val="7F7F7F"/>
                </a:solidFill>
                <a:ea typeface="+mn-ea"/>
              </a:rPr>
              <a:t> </a:t>
            </a:r>
            <a:r>
              <a:rPr lang="en-GB" sz="800">
                <a:solidFill>
                  <a:srgbClr val="7F7F7F"/>
                </a:solidFill>
                <a:ea typeface="+mn-ea"/>
              </a:rPr>
              <a:t>The information in this document is subject to changes without notice. This describes only the product defined in the introduction of this documentation. This document is intended for the use of prospective customers of the Company  Products Solutions and or Services for the sole purpose of the transaction for which the document is submitted. No part of it may be reproduced or transmitted in any form or manner whatsoever without the prior written permission of the company. The Customer, who/which assumes full responsibility for using the document appropriately. The Company welcomes customer comments as part of the process of continuous development and improvement. </a:t>
            </a:r>
            <a:endParaRPr lang="en-US" sz="800">
              <a:solidFill>
                <a:srgbClr val="7F7F7F"/>
              </a:solidFill>
              <a:ea typeface="+mn-ea"/>
            </a:endParaRPr>
          </a:p>
          <a:p>
            <a:pPr eaLnBrk="1" hangingPunct="1">
              <a:defRPr/>
            </a:pPr>
            <a:r>
              <a:rPr lang="en-GB" sz="800">
                <a:solidFill>
                  <a:srgbClr val="7F7F7F"/>
                </a:solidFill>
                <a:ea typeface="+mn-ea"/>
              </a:rPr>
              <a:t> The Company, has made all reasonable efforts to ensure that the information contained in the document are adequate, sufficient and free of material errors and omissions. The Company will, if necessary, explain issues, which may not be covered by the document. However, the Company does not assume any liability of whatsoever nature , for any errors in the document except the responsibility to provide correct information when any such error is brought to company’s knowledge. The Company will not be responsible, in any event, for errors in this document or for any damages, incidental or consequential, including monetary losses that might arise from the use of this document or of the information contained in it.       </a:t>
            </a:r>
            <a:endParaRPr lang="en-US" sz="800">
              <a:solidFill>
                <a:srgbClr val="7F7F7F"/>
              </a:solidFill>
              <a:ea typeface="+mn-ea"/>
            </a:endParaRPr>
          </a:p>
          <a:p>
            <a:pPr eaLnBrk="1" hangingPunct="1">
              <a:defRPr/>
            </a:pPr>
            <a:r>
              <a:rPr lang="en-GB" sz="800">
                <a:solidFill>
                  <a:srgbClr val="7F7F7F"/>
                </a:solidFill>
                <a:ea typeface="+mn-ea"/>
              </a:rPr>
              <a:t> This document and the Products, Solutions and Services it describes are intellectual property of the Company and/or of the respective owners thereof, whether such IPR is registered, registrable, pending for registration, applied for registration or not.</a:t>
            </a:r>
            <a:endParaRPr lang="en-US" sz="800">
              <a:solidFill>
                <a:srgbClr val="7F7F7F"/>
              </a:solidFill>
              <a:ea typeface="+mn-ea"/>
            </a:endParaRPr>
          </a:p>
          <a:p>
            <a:pPr eaLnBrk="1" hangingPunct="1">
              <a:defRPr/>
            </a:pPr>
            <a:r>
              <a:rPr lang="en-GB" sz="800">
                <a:solidFill>
                  <a:srgbClr val="7F7F7F"/>
                </a:solidFill>
                <a:ea typeface="+mn-ea"/>
              </a:rPr>
              <a:t> The only warranties for the Company Products, Solutions and Services are set forth in the express warranty statements accompanying its products and services. Nothing herein should be construed as constituting an additional warranty. The Company shall not be liable for technical or editorial errors or omissions contained herein.</a:t>
            </a:r>
            <a:endParaRPr lang="en-US" sz="800">
              <a:solidFill>
                <a:srgbClr val="7F7F7F"/>
              </a:solidFill>
              <a:ea typeface="+mn-ea"/>
            </a:endParaRPr>
          </a:p>
          <a:p>
            <a:pPr eaLnBrk="1" hangingPunct="1">
              <a:defRPr/>
            </a:pPr>
            <a:r>
              <a:rPr lang="en-GB" sz="800">
                <a:solidFill>
                  <a:srgbClr val="7F7F7F"/>
                </a:solidFill>
                <a:ea typeface="+mn-ea"/>
              </a:rPr>
              <a:t> The Company logo is a trademark of the Company. Other products, names, logos  mentioned in this document , if any , may be trademarks of their respective owners.</a:t>
            </a:r>
            <a:endParaRPr lang="en-US" sz="800">
              <a:solidFill>
                <a:srgbClr val="7F7F7F"/>
              </a:solidFill>
              <a:ea typeface="+mn-ea"/>
            </a:endParaRPr>
          </a:p>
          <a:p>
            <a:pPr eaLnBrk="1" hangingPunct="1">
              <a:defRPr/>
            </a:pPr>
            <a:r>
              <a:rPr lang="en-US" sz="800">
                <a:solidFill>
                  <a:srgbClr val="7F7F7F"/>
                </a:solidFill>
                <a:ea typeface="+mn-ea"/>
              </a:rPr>
              <a:t> </a:t>
            </a:r>
          </a:p>
        </p:txBody>
      </p:sp>
      <p:sp>
        <p:nvSpPr>
          <p:cNvPr id="5" name="TextBox 20">
            <a:extLst>
              <a:ext uri="{FF2B5EF4-FFF2-40B4-BE49-F238E27FC236}">
                <a16:creationId xmlns:a16="http://schemas.microsoft.com/office/drawing/2014/main" id="{E9596C62-DA21-393A-1CD1-CD475A364727}"/>
              </a:ext>
            </a:extLst>
          </p:cNvPr>
          <p:cNvSpPr txBox="1">
            <a:spLocks noChangeArrowheads="1"/>
          </p:cNvSpPr>
          <p:nvPr/>
        </p:nvSpPr>
        <p:spPr bwMode="gray">
          <a:xfrm>
            <a:off x="641350" y="6629400"/>
            <a:ext cx="3146425" cy="123825"/>
          </a:xfrm>
          <a:prstGeom prst="rect">
            <a:avLst/>
          </a:prstGeom>
          <a:noFill/>
          <a:ln>
            <a:noFill/>
          </a:ln>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sz="800">
                <a:solidFill>
                  <a:schemeClr val="tx2"/>
                </a:solidFill>
                <a:ea typeface="+mn-ea"/>
              </a:rPr>
              <a:t>Copyright © 2013 Comviva Technologies Limited. All rights reserved.</a:t>
            </a:r>
          </a:p>
        </p:txBody>
      </p:sp>
      <p:sp>
        <p:nvSpPr>
          <p:cNvPr id="2" name="Title 1"/>
          <p:cNvSpPr>
            <a:spLocks noGrp="1"/>
          </p:cNvSpPr>
          <p:nvPr>
            <p:ph type="title"/>
          </p:nvPr>
        </p:nvSpPr>
        <p:spPr bwMode="gray">
          <a:xfrm>
            <a:off x="1822451" y="1527296"/>
            <a:ext cx="8973312" cy="535531"/>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22451" y="2140170"/>
            <a:ext cx="8979503" cy="276999"/>
          </a:xfrm>
          <a:prstGeom prst="rect">
            <a:avLst/>
          </a:prstGeom>
          <a:noFill/>
          <a:ln w="9525">
            <a:noFill/>
            <a:miter lim="800000"/>
            <a:headEnd/>
            <a:tailEnd/>
          </a:ln>
        </p:spPr>
        <p:txBody>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60181263"/>
      </p:ext>
    </p:extLst>
  </p:cSld>
  <p:clrMapOvr>
    <a:masterClrMapping/>
  </p:clrMapOvr>
  <p:transition spd="slow"/>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9375CA-6D7C-9F5D-A3D7-AF5FF16F28E6}"/>
              </a:ext>
            </a:extLst>
          </p:cNvPr>
          <p:cNvSpPr/>
          <p:nvPr/>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3058813061"/>
      </p:ext>
    </p:extLst>
  </p:cSld>
  <p:clrMapOvr>
    <a:masterClrMapping/>
  </p:clrMapOvr>
  <p:transition spd="slow"/>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295400"/>
            <a:ext cx="10972800" cy="2667000"/>
          </a:xfrm>
          <a:prstGeom prst="rect">
            <a:avLst/>
          </a:prstGeom>
        </p:spPr>
        <p:txBody>
          <a:bodyPr/>
          <a:lstStyle>
            <a:lvl1pPr marL="350838" indent="-179388">
              <a:lnSpc>
                <a:spcPct val="120000"/>
              </a:lnSpc>
              <a:spcBef>
                <a:spcPts val="300"/>
              </a:spcBef>
              <a:spcAft>
                <a:spcPts val="300"/>
              </a:spcAft>
              <a:defRPr sz="2000" spc="0"/>
            </a:lvl1pPr>
            <a:lvl2pPr marL="746125" indent="-288925">
              <a:lnSpc>
                <a:spcPct val="120000"/>
              </a:lnSpc>
              <a:spcBef>
                <a:spcPts val="300"/>
              </a:spcBef>
              <a:spcAft>
                <a:spcPts val="300"/>
              </a:spcAft>
              <a:defRPr spc="0"/>
            </a:lvl2pPr>
            <a:lvl3pPr marL="1143000" indent="-228600">
              <a:lnSpc>
                <a:spcPct val="120000"/>
              </a:lnSpc>
              <a:spcBef>
                <a:spcPts val="300"/>
              </a:spcBef>
              <a:spcAft>
                <a:spcPts val="300"/>
              </a:spcAft>
              <a:defRPr spc="0"/>
            </a:lvl3pPr>
            <a:lvl4pPr marL="1600200" indent="-228600">
              <a:lnSpc>
                <a:spcPct val="120000"/>
              </a:lnSpc>
              <a:spcBef>
                <a:spcPts val="300"/>
              </a:spcBef>
              <a:spcAft>
                <a:spcPts val="300"/>
              </a:spcAft>
              <a:defRPr spc="0"/>
            </a:lvl4pPr>
            <a:lvl5pPr marL="1600200" indent="228600">
              <a:lnSpc>
                <a:spcPct val="120000"/>
              </a:lnSpc>
              <a:spcBef>
                <a:spcPts val="300"/>
              </a:spcBef>
              <a:spcAft>
                <a:spcPts val="300"/>
              </a:spcAft>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406400" y="457200"/>
            <a:ext cx="9347200" cy="533400"/>
          </a:xfrm>
        </p:spPr>
        <p:txBody>
          <a:bodyPr/>
          <a:lstStyle/>
          <a:p>
            <a:r>
              <a:rPr lang="en-US"/>
              <a:t>Click to edit Master title style</a:t>
            </a:r>
          </a:p>
        </p:txBody>
      </p:sp>
    </p:spTree>
    <p:extLst>
      <p:ext uri="{BB962C8B-B14F-4D97-AF65-F5344CB8AC3E}">
        <p14:creationId xmlns:p14="http://schemas.microsoft.com/office/powerpoint/2010/main" val="3515118980"/>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Divider Slide_03">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6FFADD5A-0A19-02CE-45F1-1D2589338E93}"/>
              </a:ext>
            </a:extLst>
          </p:cNvPr>
          <p:cNvSpPr>
            <a:spLocks noChangeArrowheads="1"/>
          </p:cNvSpPr>
          <p:nvPr/>
        </p:nvSpPr>
        <p:spPr bwMode="gray">
          <a:xfrm>
            <a:off x="0" y="0"/>
            <a:ext cx="12192000" cy="6858000"/>
          </a:xfrm>
          <a:prstGeom prst="rect">
            <a:avLst/>
          </a:prstGeom>
          <a:solidFill>
            <a:schemeClr val="tx1">
              <a:lumMod val="85000"/>
              <a:lumOff val="15000"/>
            </a:schemeClr>
          </a:solidFill>
          <a:ln w="9525" algn="ctr">
            <a:noFill/>
            <a:miter lim="800000"/>
            <a:headEnd type="none" w="sm" len="sm"/>
            <a:tailEnd type="none" w="sm" len="sm"/>
          </a:ln>
        </p:spPr>
        <p:txBody>
          <a:bodyPr wrap="none"/>
          <a:lstStyle/>
          <a:p>
            <a:pPr eaLnBrk="1" fontAlgn="auto" hangingPunct="1">
              <a:tabLst>
                <a:tab pos="230177" algn="l"/>
              </a:tabLst>
              <a:defRPr/>
            </a:pPr>
            <a:endParaRPr lang="en-US" sz="1051" kern="0" dirty="0">
              <a:solidFill>
                <a:schemeClr val="bg1"/>
              </a:solidFill>
            </a:endParaRPr>
          </a:p>
        </p:txBody>
      </p:sp>
      <p:pic>
        <p:nvPicPr>
          <p:cNvPr id="3" name="Picture 7" descr="Comviva-O.png">
            <a:extLst>
              <a:ext uri="{FF2B5EF4-FFF2-40B4-BE49-F238E27FC236}">
                <a16:creationId xmlns:a16="http://schemas.microsoft.com/office/drawing/2014/main" id="{850906EA-C3AC-C678-C64E-4E4A99F82D4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2">
            <a:extLst>
              <a:ext uri="{FF2B5EF4-FFF2-40B4-BE49-F238E27FC236}">
                <a16:creationId xmlns:a16="http://schemas.microsoft.com/office/drawing/2014/main" id="{1E53C3E6-5426-45EC-94B9-9385ECDB2141}"/>
              </a:ext>
            </a:extLst>
          </p:cNvPr>
          <p:cNvSpPr txBox="1">
            <a:spLocks/>
          </p:cNvSpPr>
          <p:nvPr/>
        </p:nvSpPr>
        <p:spPr bwMode="gray">
          <a:xfrm>
            <a:off x="304800" y="6443663"/>
            <a:ext cx="2957513" cy="100012"/>
          </a:xfrm>
          <a:prstGeom prst="rect">
            <a:avLst/>
          </a:prstGeom>
          <a:noFill/>
          <a:ln w="12700">
            <a:noFill/>
            <a:miter lim="800000"/>
            <a:headEnd type="none" w="sm" len="sm"/>
            <a:tailEnd type="none" w="sm" len="sm"/>
          </a:ln>
          <a:effectLst/>
        </p:spPr>
        <p:txBody>
          <a:bodyPr lIns="0" tIns="0" rIns="0" bIns="0" anchor="b">
            <a:spAutoFit/>
          </a:bodyPr>
          <a:lstStyle>
            <a:lvl1pPr>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228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600"/>
              </a:spcAft>
              <a:defRPr/>
            </a:pPr>
            <a:fld id="{D98C2A7F-93CF-4D28-8785-28D6D56AF5E0}" type="slidenum">
              <a:rPr lang="en-US" altLang="en-US" sz="700" smtClean="0">
                <a:solidFill>
                  <a:srgbClr val="FFFFB2"/>
                </a:solidFill>
              </a:rPr>
              <a:pPr>
                <a:lnSpc>
                  <a:spcPct val="90000"/>
                </a:lnSpc>
                <a:spcAft>
                  <a:spcPts val="600"/>
                </a:spcAft>
                <a:defRPr/>
              </a:pPr>
              <a:t>‹#›</a:t>
            </a:fld>
            <a:r>
              <a:rPr lang="en-US" altLang="en-US" sz="700">
                <a:solidFill>
                  <a:srgbClr val="FFFFB2"/>
                </a:solidFill>
              </a:rPr>
              <a:t>	© 2019 Comviva Technologies Limited. All rights reserved.</a:t>
            </a:r>
          </a:p>
        </p:txBody>
      </p:sp>
      <p:sp>
        <p:nvSpPr>
          <p:cNvPr id="11" name="Title 2"/>
          <p:cNvSpPr>
            <a:spLocks noGrp="1"/>
          </p:cNvSpPr>
          <p:nvPr>
            <p:ph type="title"/>
          </p:nvPr>
        </p:nvSpPr>
        <p:spPr bwMode="gray">
          <a:xfrm>
            <a:off x="615950" y="4046297"/>
            <a:ext cx="11576050" cy="543739"/>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63716411"/>
      </p:ext>
    </p:extLst>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Content 1">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4641DB8-27B5-B489-188B-0642C53C7B27}"/>
              </a:ext>
            </a:extLst>
          </p:cNvPr>
          <p:cNvSpPr txBox="1">
            <a:spLocks/>
          </p:cNvSpPr>
          <p:nvPr/>
        </p:nvSpPr>
        <p:spPr>
          <a:xfrm>
            <a:off x="219075" y="6326188"/>
            <a:ext cx="388938" cy="414337"/>
          </a:xfrm>
          <a:prstGeom prst="rect">
            <a:avLst/>
          </a:prstGeom>
        </p:spPr>
        <p:txBody>
          <a:bodyPr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IN" dirty="0"/>
          </a:p>
        </p:txBody>
      </p:sp>
      <p:sp>
        <p:nvSpPr>
          <p:cNvPr id="10" name="Text Placeholder 9"/>
          <p:cNvSpPr>
            <a:spLocks noGrp="1"/>
          </p:cNvSpPr>
          <p:nvPr>
            <p:ph type="body" sz="quarter" idx="13"/>
          </p:nvPr>
        </p:nvSpPr>
        <p:spPr>
          <a:xfrm>
            <a:off x="305545" y="238988"/>
            <a:ext cx="9545637" cy="365126"/>
          </a:xfrm>
          <a:prstGeom prst="rect">
            <a:avLst/>
          </a:prstGeom>
        </p:spPr>
        <p:txBody>
          <a:bodyPr/>
          <a:lstStyle>
            <a:lvl1pPr>
              <a:defRPr sz="2200" b="1">
                <a:latin typeface="Segoe UI" panose="020B0502040204020203" pitchFamily="34" charset="0"/>
                <a:cs typeface="Segoe UI" panose="020B0502040204020203" pitchFamily="34" charset="0"/>
              </a:defRPr>
            </a:lvl1pPr>
          </a:lstStyle>
          <a:p>
            <a:pPr lvl="0"/>
            <a:r>
              <a:rPr lang="en-US"/>
              <a:t>Click to edit Master text styles</a:t>
            </a:r>
          </a:p>
        </p:txBody>
      </p:sp>
      <p:sp>
        <p:nvSpPr>
          <p:cNvPr id="16" name="Text Placeholder 15"/>
          <p:cNvSpPr>
            <a:spLocks noGrp="1"/>
          </p:cNvSpPr>
          <p:nvPr>
            <p:ph type="body" sz="quarter" idx="14"/>
          </p:nvPr>
        </p:nvSpPr>
        <p:spPr>
          <a:xfrm>
            <a:off x="304800" y="604838"/>
            <a:ext cx="9545638" cy="365125"/>
          </a:xfrm>
          <a:prstGeom prst="rect">
            <a:avLst/>
          </a:prstGeom>
        </p:spPr>
        <p:txBody>
          <a:bodyPr/>
          <a:lstStyle>
            <a:lvl1pPr>
              <a:defRPr sz="1600">
                <a:solidFill>
                  <a:schemeClr val="tx1">
                    <a:lumMod val="65000"/>
                    <a:lumOff val="35000"/>
                  </a:schemeClr>
                </a:solidFill>
                <a:latin typeface="Segoe UI" panose="020B0502040204020203" pitchFamily="34" charset="0"/>
                <a:cs typeface="Segoe UI" panose="020B0502040204020203" pitchFamily="34" charset="0"/>
              </a:defRPr>
            </a:lvl1pPr>
            <a:lvl2pPr marL="457200" indent="0">
              <a:buNone/>
              <a:defRPr/>
            </a:lvl2pPr>
          </a:lstStyle>
          <a:p>
            <a:pPr lvl="0"/>
            <a:r>
              <a:rPr lang="en-US"/>
              <a:t>Click to edit Master text styles</a:t>
            </a:r>
          </a:p>
        </p:txBody>
      </p:sp>
      <p:sp>
        <p:nvSpPr>
          <p:cNvPr id="18" name="Content Placeholder 17"/>
          <p:cNvSpPr>
            <a:spLocks noGrp="1"/>
          </p:cNvSpPr>
          <p:nvPr>
            <p:ph sz="quarter" idx="15"/>
          </p:nvPr>
        </p:nvSpPr>
        <p:spPr>
          <a:xfrm>
            <a:off x="304800" y="1394691"/>
            <a:ext cx="11444288" cy="4858472"/>
          </a:xfrm>
          <a:prstGeom prst="rect">
            <a:avLst/>
          </a:prstGeo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a:defRPr sz="1400">
                <a:solidFill>
                  <a:schemeClr val="tx1">
                    <a:lumMod val="65000"/>
                    <a:lumOff val="35000"/>
                  </a:schemeClr>
                </a:solidFill>
              </a:defRPr>
            </a:lvl4pPr>
            <a:lvl5pPr>
              <a:defRPr sz="1200">
                <a:solidFill>
                  <a:schemeClr val="tx1">
                    <a:lumMod val="65000"/>
                    <a:lumOff val="3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7839812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51199" y="1971676"/>
            <a:ext cx="2724151" cy="1538883"/>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Calibri" pitchFamily="34" charset="0"/>
                <a:ea typeface="+mn-ea"/>
                <a:cs typeface="Calibri" pitchFamily="34" charset="0"/>
              </a:defRPr>
            </a:lvl1pPr>
            <a:lvl2pPr>
              <a:spcBef>
                <a:spcPts val="0"/>
              </a:spcBef>
              <a:spcAft>
                <a:spcPts val="0"/>
              </a:spcAft>
              <a:buSzPct val="120000"/>
              <a:defRPr sz="1600">
                <a:latin typeface="Calibri" pitchFamily="34" charset="0"/>
                <a:cs typeface="Calibri" pitchFamily="34" charset="0"/>
              </a:defRPr>
            </a:lvl2pPr>
            <a:lvl3pPr>
              <a:spcBef>
                <a:spcPts val="0"/>
              </a:spcBef>
              <a:spcAft>
                <a:spcPts val="0"/>
              </a:spcAft>
              <a:defRPr sz="1600">
                <a:latin typeface="Calibri" pitchFamily="34" charset="0"/>
                <a:cs typeface="Calibri" pitchFamily="34" charset="0"/>
              </a:defRPr>
            </a:lvl3pPr>
            <a:lvl4pPr>
              <a:spcBef>
                <a:spcPts val="0"/>
              </a:spcBef>
              <a:spcAft>
                <a:spcPts val="0"/>
              </a:spcAft>
              <a:defRPr sz="1600">
                <a:latin typeface="Calibri" pitchFamily="34" charset="0"/>
                <a:cs typeface="Calibri" pitchFamily="34" charset="0"/>
              </a:defRPr>
            </a:lvl4pPr>
            <a:lvl5pPr>
              <a:spcBef>
                <a:spcPts val="0"/>
              </a:spcBef>
              <a:spcAft>
                <a:spcPts val="0"/>
              </a:spcAft>
              <a:defRPr sz="1600">
                <a:latin typeface="Calibri" pitchFamily="34" charset="0"/>
                <a:cs typeface="Calibri"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41352" y="1971676"/>
            <a:ext cx="2305049" cy="1892299"/>
          </a:xfrm>
          <a:prstGeom prst="rect">
            <a:avLst/>
          </a:prstGeom>
        </p:spPr>
        <p:txBody>
          <a:bodyPr rtlCol="0">
            <a:normAutofit/>
          </a:bodyPr>
          <a:lstStyle>
            <a:lvl1pPr>
              <a:buNone/>
              <a:defRPr>
                <a:latin typeface="Calibri" pitchFamily="34" charset="0"/>
                <a:cs typeface="Calibri"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350" y="727076"/>
            <a:ext cx="10968567" cy="480131"/>
          </a:xfrm>
          <a:noFill/>
          <a:ln w="9525">
            <a:noFill/>
            <a:miter lim="800000"/>
            <a:headEnd/>
            <a:tailEnd/>
          </a:ln>
        </p:spPr>
        <p:txBody>
          <a:bodyPr/>
          <a:lstStyle>
            <a:lvl1pPr algn="l">
              <a:defRPr lang="en-US" sz="2800" b="1" kern="1200" dirty="0">
                <a:solidFill>
                  <a:schemeClr val="tx2"/>
                </a:solidFill>
                <a:latin typeface="Calibri" pitchFamily="34" charset="0"/>
                <a:ea typeface="+mj-ea"/>
                <a:cs typeface="Calibri"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92117" y="1971676"/>
            <a:ext cx="2724151" cy="1538883"/>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Calibri" pitchFamily="34" charset="0"/>
                <a:ea typeface="+mn-ea"/>
                <a:cs typeface="Calibri" pitchFamily="34" charset="0"/>
              </a:defRPr>
            </a:lvl1pPr>
            <a:lvl2pPr>
              <a:spcBef>
                <a:spcPts val="0"/>
              </a:spcBef>
              <a:spcAft>
                <a:spcPts val="0"/>
              </a:spcAft>
              <a:defRPr lang="en-US" sz="1600" b="0" kern="1200" baseline="0" dirty="0" smtClean="0">
                <a:solidFill>
                  <a:schemeClr val="tx1"/>
                </a:solidFill>
                <a:latin typeface="Calibri" pitchFamily="34" charset="0"/>
                <a:ea typeface="+mn-ea"/>
                <a:cs typeface="Calibri" pitchFamily="34" charset="0"/>
              </a:defRPr>
            </a:lvl2pPr>
            <a:lvl3pPr>
              <a:spcBef>
                <a:spcPts val="0"/>
              </a:spcBef>
              <a:spcAft>
                <a:spcPts val="0"/>
              </a:spcAft>
              <a:defRPr sz="1600">
                <a:latin typeface="Calibri" pitchFamily="34" charset="0"/>
                <a:cs typeface="Calibri" pitchFamily="34" charset="0"/>
              </a:defRPr>
            </a:lvl3pPr>
            <a:lvl4pPr>
              <a:spcBef>
                <a:spcPts val="0"/>
              </a:spcBef>
              <a:spcAft>
                <a:spcPts val="0"/>
              </a:spcAft>
              <a:defRPr sz="1600">
                <a:latin typeface="Calibri" pitchFamily="34" charset="0"/>
                <a:cs typeface="Calibri" pitchFamily="34" charset="0"/>
              </a:defRPr>
            </a:lvl4pPr>
            <a:lvl5pPr>
              <a:spcBef>
                <a:spcPts val="0"/>
              </a:spcBef>
              <a:spcAft>
                <a:spcPts val="0"/>
              </a:spcAft>
              <a:defRPr sz="1600">
                <a:latin typeface="Calibri" pitchFamily="34" charset="0"/>
                <a:cs typeface="Calibri"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82269" y="1971676"/>
            <a:ext cx="2305049" cy="1892299"/>
          </a:xfrm>
          <a:prstGeom prst="rect">
            <a:avLst/>
          </a:prstGeom>
        </p:spPr>
        <p:txBody>
          <a:bodyPr rtlCol="0">
            <a:normAutofit/>
          </a:bodyPr>
          <a:lstStyle>
            <a:lvl1pPr>
              <a:buNone/>
              <a:defRPr>
                <a:latin typeface="Calibri" pitchFamily="34" charset="0"/>
                <a:cs typeface="Calibri"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p:nvPr>
        </p:nvSpPr>
        <p:spPr bwMode="gray">
          <a:xfrm>
            <a:off x="3251199" y="4241802"/>
            <a:ext cx="2724151" cy="1538883"/>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Calibri" pitchFamily="34" charset="0"/>
                <a:ea typeface="+mn-ea"/>
                <a:cs typeface="Calibri" pitchFamily="34" charset="0"/>
              </a:defRPr>
            </a:lvl1pPr>
            <a:lvl2pPr>
              <a:spcBef>
                <a:spcPts val="0"/>
              </a:spcBef>
              <a:spcAft>
                <a:spcPts val="0"/>
              </a:spcAft>
              <a:defRPr lang="en-US" sz="1600" b="0" kern="1200" baseline="0" dirty="0" smtClean="0">
                <a:solidFill>
                  <a:schemeClr val="tx1"/>
                </a:solidFill>
                <a:latin typeface="Calibri" pitchFamily="34" charset="0"/>
                <a:ea typeface="+mn-ea"/>
                <a:cs typeface="Calibri" pitchFamily="34" charset="0"/>
              </a:defRPr>
            </a:lvl2pPr>
            <a:lvl3pPr>
              <a:spcBef>
                <a:spcPts val="0"/>
              </a:spcBef>
              <a:spcAft>
                <a:spcPts val="0"/>
              </a:spcAft>
              <a:defRPr sz="1600">
                <a:latin typeface="Calibri" pitchFamily="34" charset="0"/>
                <a:cs typeface="Calibri" pitchFamily="34" charset="0"/>
              </a:defRPr>
            </a:lvl3pPr>
            <a:lvl4pPr>
              <a:spcBef>
                <a:spcPts val="0"/>
              </a:spcBef>
              <a:spcAft>
                <a:spcPts val="0"/>
              </a:spcAft>
              <a:defRPr sz="1600">
                <a:latin typeface="Calibri" pitchFamily="34" charset="0"/>
                <a:cs typeface="Calibri" pitchFamily="34" charset="0"/>
              </a:defRPr>
            </a:lvl4pPr>
            <a:lvl5pPr>
              <a:spcBef>
                <a:spcPts val="0"/>
              </a:spcBef>
              <a:spcAft>
                <a:spcPts val="0"/>
              </a:spcAft>
              <a:defRPr sz="1600">
                <a:latin typeface="Calibri" pitchFamily="34" charset="0"/>
                <a:cs typeface="Calibri"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41352" y="4241802"/>
            <a:ext cx="2305049" cy="1892299"/>
          </a:xfrm>
          <a:prstGeom prst="rect">
            <a:avLst/>
          </a:prstGeom>
        </p:spPr>
        <p:txBody>
          <a:bodyPr rtlCol="0">
            <a:normAutofit/>
          </a:bodyPr>
          <a:lstStyle>
            <a:lvl1pPr>
              <a:buNone/>
              <a:defRPr>
                <a:latin typeface="Calibri" pitchFamily="34" charset="0"/>
                <a:cs typeface="Calibri"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p:nvPr>
        </p:nvSpPr>
        <p:spPr bwMode="gray">
          <a:xfrm>
            <a:off x="8892117" y="4241802"/>
            <a:ext cx="2724151" cy="1538883"/>
          </a:xfrm>
          <a:prstGeom prst="rect">
            <a:avLst/>
          </a:prstGeo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Calibri" pitchFamily="34" charset="0"/>
                <a:ea typeface="+mn-ea"/>
                <a:cs typeface="Calibri" pitchFamily="34" charset="0"/>
              </a:defRPr>
            </a:lvl1pPr>
            <a:lvl2pPr>
              <a:spcBef>
                <a:spcPts val="0"/>
              </a:spcBef>
              <a:spcAft>
                <a:spcPts val="0"/>
              </a:spcAft>
              <a:defRPr lang="en-US" sz="1600" b="0" kern="1200" baseline="0" dirty="0" smtClean="0">
                <a:solidFill>
                  <a:schemeClr val="tx1"/>
                </a:solidFill>
                <a:latin typeface="Calibri" pitchFamily="34" charset="0"/>
                <a:ea typeface="+mn-ea"/>
                <a:cs typeface="Calibri" pitchFamily="34" charset="0"/>
              </a:defRPr>
            </a:lvl2pPr>
            <a:lvl3pPr>
              <a:spcBef>
                <a:spcPts val="0"/>
              </a:spcBef>
              <a:spcAft>
                <a:spcPts val="0"/>
              </a:spcAft>
              <a:defRPr sz="1600">
                <a:latin typeface="Calibri" pitchFamily="34" charset="0"/>
                <a:cs typeface="Calibri" pitchFamily="34" charset="0"/>
              </a:defRPr>
            </a:lvl3pPr>
            <a:lvl4pPr>
              <a:spcBef>
                <a:spcPts val="0"/>
              </a:spcBef>
              <a:spcAft>
                <a:spcPts val="0"/>
              </a:spcAft>
              <a:defRPr sz="1600">
                <a:latin typeface="Calibri" pitchFamily="34" charset="0"/>
                <a:cs typeface="Calibri" pitchFamily="34" charset="0"/>
              </a:defRPr>
            </a:lvl4pPr>
            <a:lvl5pPr>
              <a:spcBef>
                <a:spcPts val="0"/>
              </a:spcBef>
              <a:spcAft>
                <a:spcPts val="0"/>
              </a:spcAft>
              <a:defRPr sz="1600">
                <a:latin typeface="Calibri" pitchFamily="34" charset="0"/>
                <a:cs typeface="Calibri"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82269" y="4241802"/>
            <a:ext cx="2305049" cy="1892299"/>
          </a:xfrm>
          <a:prstGeom prst="rect">
            <a:avLst/>
          </a:prstGeom>
        </p:spPr>
        <p:txBody>
          <a:bodyPr rtlCol="0">
            <a:normAutofit/>
          </a:bodyPr>
          <a:lstStyle>
            <a:lvl1pPr>
              <a:buNone/>
              <a:defRPr>
                <a:latin typeface="Calibri" pitchFamily="34" charset="0"/>
                <a:cs typeface="Calibri"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349" y="1270453"/>
            <a:ext cx="10966451" cy="283711"/>
          </a:xfrm>
          <a:prstGeom prst="rect">
            <a:avLst/>
          </a:prstGeom>
        </p:spPr>
        <p:txBody>
          <a:bodyPr/>
          <a:lstStyle>
            <a:lvl1pPr>
              <a:buNone/>
              <a:defRPr lang="en-US" sz="1800" b="1" kern="1200" baseline="0" dirty="0" smtClean="0">
                <a:solidFill>
                  <a:schemeClr val="bg2"/>
                </a:solidFill>
                <a:latin typeface="Calibri" pitchFamily="34" charset="0"/>
                <a:ea typeface="+mn-ea"/>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375166417"/>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50" y="727076"/>
            <a:ext cx="10968567" cy="480131"/>
          </a:xfrm>
          <a:noFill/>
          <a:ln w="9525">
            <a:noFill/>
            <a:miter lim="800000"/>
            <a:headEnd/>
            <a:tailEnd/>
          </a:ln>
        </p:spPr>
        <p:txBody>
          <a:bodyPr/>
          <a:lstStyle>
            <a:lvl1pPr algn="l">
              <a:defRPr lang="en-US" sz="2800" b="1" kern="1200" dirty="0">
                <a:solidFill>
                  <a:schemeClr val="tx2"/>
                </a:solidFill>
                <a:latin typeface="Calibri" pitchFamily="34" charset="0"/>
                <a:ea typeface="+mj-ea"/>
                <a:cs typeface="Calibri" pitchFamily="34" charset="0"/>
              </a:defRPr>
            </a:lvl1pPr>
          </a:lstStyle>
          <a:p>
            <a:pPr lvl="0"/>
            <a:r>
              <a:rPr lang="en-US"/>
              <a:t>Click to edit Master title style</a:t>
            </a:r>
            <a:endParaRPr lang="en-US" dirty="0"/>
          </a:p>
        </p:txBody>
      </p:sp>
    </p:spTree>
    <p:extLst>
      <p:ext uri="{BB962C8B-B14F-4D97-AF65-F5344CB8AC3E}">
        <p14:creationId xmlns:p14="http://schemas.microsoft.com/office/powerpoint/2010/main" val="35233677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36751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Slide_opt1">
    <p:bg>
      <p:bgPr>
        <a:solidFill>
          <a:schemeClr val="bg1"/>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DF7E904-63A7-466D-88B3-4289AA8D82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5438" y="338138"/>
            <a:ext cx="11590337" cy="555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7" hidden="1">
            <a:extLst>
              <a:ext uri="{FF2B5EF4-FFF2-40B4-BE49-F238E27FC236}">
                <a16:creationId xmlns:a16="http://schemas.microsoft.com/office/drawing/2014/main" id="{663C0454-4BEE-C52B-5DF9-DEB07195DCB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7" hidden="1">
                        <a:extLst>
                          <a:ext uri="{FF2B5EF4-FFF2-40B4-BE49-F238E27FC236}">
                            <a16:creationId xmlns:a16="http://schemas.microsoft.com/office/drawing/2014/main" id="{663C0454-4BEE-C52B-5DF9-DEB07195DC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D5C051C2-2B56-2785-CDD3-F5F179D43642}"/>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A8770D48-E3C0-929D-D1C7-2637E54B4299}"/>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6" name="Rectangle 5">
            <a:extLst>
              <a:ext uri="{FF2B5EF4-FFF2-40B4-BE49-F238E27FC236}">
                <a16:creationId xmlns:a16="http://schemas.microsoft.com/office/drawing/2014/main" id="{D6FA631E-9D4E-0610-3CA1-6C6F2ED0AB02}"/>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7" name="TextBox 6">
            <a:extLst>
              <a:ext uri="{FF2B5EF4-FFF2-40B4-BE49-F238E27FC236}">
                <a16:creationId xmlns:a16="http://schemas.microsoft.com/office/drawing/2014/main" id="{E1A0A417-49EB-124A-06B4-6C67ABB8EAED}"/>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8" name="Picture 13" descr="Ridge-Bottom.png">
            <a:extLst>
              <a:ext uri="{FF2B5EF4-FFF2-40B4-BE49-F238E27FC236}">
                <a16:creationId xmlns:a16="http://schemas.microsoft.com/office/drawing/2014/main" id="{BAB5F811-20AA-DC4B-09B3-651FA1F1C81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4" descr="Comviva-O.png">
            <a:extLst>
              <a:ext uri="{FF2B5EF4-FFF2-40B4-BE49-F238E27FC236}">
                <a16:creationId xmlns:a16="http://schemas.microsoft.com/office/drawing/2014/main" id="{E7B1F34E-FC39-F5D8-E0B0-4EA2B0814193}"/>
              </a:ext>
            </a:extLst>
          </p:cNvPr>
          <p:cNvPicPr>
            <a:picLocks noChangeAspect="1"/>
          </p:cNvPicPr>
          <p:nvPr/>
        </p:nvPicPr>
        <p:blipFill>
          <a:blip r:embed="rId7">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6" descr="Comviva-Logo.png">
            <a:extLst>
              <a:ext uri="{FF2B5EF4-FFF2-40B4-BE49-F238E27FC236}">
                <a16:creationId xmlns:a16="http://schemas.microsoft.com/office/drawing/2014/main" id="{E1738A7E-FA1B-E1CE-B27A-233447DE3498}"/>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156575" y="4606925"/>
            <a:ext cx="31940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4871358"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0" name="Rectangle 223"/>
          <p:cNvSpPr>
            <a:spLocks noGrp="1" noChangeArrowheads="1"/>
          </p:cNvSpPr>
          <p:nvPr>
            <p:ph type="subTitle" idx="1"/>
          </p:nvPr>
        </p:nvSpPr>
        <p:spPr bwMode="auto">
          <a:xfrm>
            <a:off x="4879998" y="4205248"/>
            <a:ext cx="3320996" cy="186974"/>
          </a:xfrm>
          <a:prstGeom prst="rect">
            <a:avLst/>
          </a:prstGeom>
          <a:ln/>
        </p:spPr>
        <p:txBody>
          <a:bodyPr>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4265818898"/>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Title Slide_opt3">
    <p:bg>
      <p:bgPr>
        <a:solidFill>
          <a:schemeClr val="bg1"/>
        </a:solidFill>
        <a:effectLst/>
      </p:bgPr>
    </p:bg>
    <p:spTree>
      <p:nvGrpSpPr>
        <p:cNvPr id="1" name=""/>
        <p:cNvGrpSpPr/>
        <p:nvPr/>
      </p:nvGrpSpPr>
      <p:grpSpPr>
        <a:xfrm>
          <a:off x="0" y="0"/>
          <a:ext cx="0" cy="0"/>
          <a:chOff x="0" y="0"/>
          <a:chExt cx="0" cy="0"/>
        </a:xfrm>
      </p:grpSpPr>
      <p:pic>
        <p:nvPicPr>
          <p:cNvPr id="2" name="Picture 1" descr="323518-P9MHS8-840.jpg">
            <a:extLst>
              <a:ext uri="{FF2B5EF4-FFF2-40B4-BE49-F238E27FC236}">
                <a16:creationId xmlns:a16="http://schemas.microsoft.com/office/drawing/2014/main" id="{7C392EDD-FAB1-FCA4-0987-82D02C02BF62}"/>
              </a:ext>
            </a:extLst>
          </p:cNvPr>
          <p:cNvPicPr>
            <a:picLocks noChangeAspect="1"/>
          </p:cNvPicPr>
          <p:nvPr/>
        </p:nvPicPr>
        <p:blipFill rotWithShape="1">
          <a:blip r:embed="rId3" cstate="email">
            <a:duotone>
              <a:schemeClr val="accent3">
                <a:shade val="45000"/>
                <a:satMod val="135000"/>
              </a:schemeClr>
              <a:prstClr val="white"/>
            </a:duotone>
          </a:blip>
          <a:srcRect/>
          <a:stretch/>
        </p:blipFill>
        <p:spPr>
          <a:xfrm>
            <a:off x="299839" y="299900"/>
            <a:ext cx="11574547" cy="5556964"/>
          </a:xfrm>
          <a:prstGeom prst="rect">
            <a:avLst/>
          </a:prstGeom>
        </p:spPr>
      </p:pic>
      <p:graphicFrame>
        <p:nvGraphicFramePr>
          <p:cNvPr id="3" name="Object 7" hidden="1">
            <a:extLst>
              <a:ext uri="{FF2B5EF4-FFF2-40B4-BE49-F238E27FC236}">
                <a16:creationId xmlns:a16="http://schemas.microsoft.com/office/drawing/2014/main" id="{0B36A5ED-EA6D-1E78-89C7-3332D6658090}"/>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7" hidden="1">
                        <a:extLst>
                          <a:ext uri="{FF2B5EF4-FFF2-40B4-BE49-F238E27FC236}">
                            <a16:creationId xmlns:a16="http://schemas.microsoft.com/office/drawing/2014/main" id="{0B36A5ED-EA6D-1E78-89C7-3332D66580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C3F75E56-A4C2-D2AF-4B46-1AF846AE9AD3}"/>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4">
            <a:extLst>
              <a:ext uri="{FF2B5EF4-FFF2-40B4-BE49-F238E27FC236}">
                <a16:creationId xmlns:a16="http://schemas.microsoft.com/office/drawing/2014/main" id="{41416404-736C-AD42-A65C-79138A8CEDB1}"/>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6" name="Rectangle 5">
            <a:extLst>
              <a:ext uri="{FF2B5EF4-FFF2-40B4-BE49-F238E27FC236}">
                <a16:creationId xmlns:a16="http://schemas.microsoft.com/office/drawing/2014/main" id="{241568D7-F666-4401-9A89-CDEADD6B42C1}"/>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7" name="Picture 12" descr="Comviva-O.png">
            <a:extLst>
              <a:ext uri="{FF2B5EF4-FFF2-40B4-BE49-F238E27FC236}">
                <a16:creationId xmlns:a16="http://schemas.microsoft.com/office/drawing/2014/main" id="{EDD1B77D-45B6-7A99-B6FF-3F19BE9167EA}"/>
              </a:ext>
            </a:extLst>
          </p:cNvPr>
          <p:cNvPicPr>
            <a:picLocks noChangeAspect="1"/>
          </p:cNvPicPr>
          <p:nvPr/>
        </p:nvPicPr>
        <p:blipFill>
          <a:blip r:embed="rId6">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Orb.png">
            <a:extLst>
              <a:ext uri="{FF2B5EF4-FFF2-40B4-BE49-F238E27FC236}">
                <a16:creationId xmlns:a16="http://schemas.microsoft.com/office/drawing/2014/main" id="{9FBE32A9-C6EB-BAAD-B487-8A59F29F7F7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12">
            <a:extLst>
              <a:ext uri="{FF2B5EF4-FFF2-40B4-BE49-F238E27FC236}">
                <a16:creationId xmlns:a16="http://schemas.microsoft.com/office/drawing/2014/main" id="{306187A3-DE62-8A75-4741-560F04A042E3}"/>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110ED49D-2CC9-4039-9BC9-9A57374FC07C}"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sp>
        <p:nvSpPr>
          <p:cNvPr id="18" name="Rectangle 122"/>
          <p:cNvSpPr>
            <a:spLocks noGrp="1" noChangeArrowheads="1"/>
          </p:cNvSpPr>
          <p:nvPr>
            <p:ph type="ctrTitle"/>
          </p:nvPr>
        </p:nvSpPr>
        <p:spPr bwMode="auto">
          <a:xfrm>
            <a:off x="4871358"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1" name="Rectangle 223"/>
          <p:cNvSpPr>
            <a:spLocks noGrp="1" noChangeArrowheads="1"/>
          </p:cNvSpPr>
          <p:nvPr>
            <p:ph type="subTitle" idx="1"/>
          </p:nvPr>
        </p:nvSpPr>
        <p:spPr bwMode="auto">
          <a:xfrm>
            <a:off x="4879998" y="4205248"/>
            <a:ext cx="3320996" cy="186974"/>
          </a:xfrm>
          <a:prstGeom prst="rect">
            <a:avLst/>
          </a:prstGeom>
          <a:ln/>
        </p:spPr>
        <p:txBody>
          <a:bodyPr>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1563939600"/>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Agenda Slide_opt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D00E44-A652-C319-CF6C-1EDEB1F7ADA1}"/>
              </a:ext>
            </a:extLst>
          </p:cNvPr>
          <p:cNvSpPr/>
          <p:nvPr/>
        </p:nvSpPr>
        <p:spPr bwMode="auto">
          <a:xfrm>
            <a:off x="0" y="0"/>
            <a:ext cx="12192000" cy="6858000"/>
          </a:xfrm>
          <a:prstGeom prst="rect">
            <a:avLst/>
          </a:prstGeom>
          <a:solidFill>
            <a:schemeClr val="tx1">
              <a:lumMod val="75000"/>
              <a:lumOff val="25000"/>
            </a:schemeClr>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C95816B1-9046-52CE-2C5A-86590EC83A2E}"/>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B573C2BA-D75C-ED3A-D407-525E2E12E57F}"/>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pic>
        <p:nvPicPr>
          <p:cNvPr id="5" name="Picture 10" descr="Comviva-O.png">
            <a:extLst>
              <a:ext uri="{FF2B5EF4-FFF2-40B4-BE49-F238E27FC236}">
                <a16:creationId xmlns:a16="http://schemas.microsoft.com/office/drawing/2014/main" id="{B093E7E0-9542-764D-F043-4E94E85124A8}"/>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B0F1967E-7A6F-5536-E10E-771DA5E2FC16}"/>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7" name="Slide Number Placeholder 12">
            <a:extLst>
              <a:ext uri="{FF2B5EF4-FFF2-40B4-BE49-F238E27FC236}">
                <a16:creationId xmlns:a16="http://schemas.microsoft.com/office/drawing/2014/main" id="{EECB4EF7-3055-BB09-62C2-B0E314D189F4}"/>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C753911F-49D5-4852-AB4A-7CF047F85C2D}"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7913726C-2692-98C4-FA36-4CFE291FC2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122"/>
          <p:cNvSpPr>
            <a:spLocks noGrp="1" noChangeArrowheads="1"/>
          </p:cNvSpPr>
          <p:nvPr>
            <p:ph type="ctrTitle"/>
          </p:nvPr>
        </p:nvSpPr>
        <p:spPr bwMode="auto">
          <a:xfrm>
            <a:off x="4871358" y="819663"/>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5" name="Text Placeholder 6"/>
          <p:cNvSpPr>
            <a:spLocks noGrp="1"/>
          </p:cNvSpPr>
          <p:nvPr>
            <p:ph type="body" sz="quarter" idx="10"/>
          </p:nvPr>
        </p:nvSpPr>
        <p:spPr bwMode="gray">
          <a:xfrm>
            <a:off x="4895297" y="1399538"/>
            <a:ext cx="6017393" cy="3014240"/>
          </a:xfr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40555372"/>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Agenda Slide_opt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CCD2D8-9DF9-A510-C8FA-866A0F093C74}"/>
              </a:ext>
            </a:extLst>
          </p:cNvPr>
          <p:cNvSpPr/>
          <p:nvPr/>
        </p:nvSpPr>
        <p:spPr bwMode="auto">
          <a:xfrm>
            <a:off x="0" y="0"/>
            <a:ext cx="12192000" cy="6858000"/>
          </a:xfrm>
          <a:prstGeom prst="rect">
            <a:avLst/>
          </a:prstGeom>
          <a:solidFill>
            <a:srgbClr val="C3082B"/>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660EA636-32BE-B7D5-D2DA-2165AAB6BB99}"/>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02343A3B-CBA9-26D5-A472-A509B817EE9B}"/>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98B417CE-4916-4600-50FC-FF5B1920BE55}"/>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6" name="Picture 11" descr="Comviva-O.png">
            <a:extLst>
              <a:ext uri="{FF2B5EF4-FFF2-40B4-BE49-F238E27FC236}">
                <a16:creationId xmlns:a16="http://schemas.microsoft.com/office/drawing/2014/main" id="{15D7036A-6344-00CD-FFB2-A3146F735F33}"/>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12">
            <a:extLst>
              <a:ext uri="{FF2B5EF4-FFF2-40B4-BE49-F238E27FC236}">
                <a16:creationId xmlns:a16="http://schemas.microsoft.com/office/drawing/2014/main" id="{3C3FA6ED-4197-2ADD-1F1B-0F5F8647307A}"/>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07DDF1C0-5556-4143-99BC-02AFFF5A5958}"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40AFB411-5EBF-BFBF-6A66-23C18B795C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122"/>
          <p:cNvSpPr>
            <a:spLocks noGrp="1" noChangeArrowheads="1"/>
          </p:cNvSpPr>
          <p:nvPr>
            <p:ph type="ctrTitle"/>
          </p:nvPr>
        </p:nvSpPr>
        <p:spPr bwMode="auto">
          <a:xfrm>
            <a:off x="4871358" y="819663"/>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4" name="Text Placeholder 6"/>
          <p:cNvSpPr>
            <a:spLocks noGrp="1"/>
          </p:cNvSpPr>
          <p:nvPr>
            <p:ph type="body" sz="quarter" idx="10"/>
          </p:nvPr>
        </p:nvSpPr>
        <p:spPr bwMode="gray">
          <a:xfrm>
            <a:off x="4895297" y="1399538"/>
            <a:ext cx="6017393" cy="3014240"/>
          </a:xfr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347890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Agenda Slide_opt3">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D87080-0ACA-592A-0965-79DCCFBF9C65}"/>
              </a:ext>
            </a:extLst>
          </p:cNvPr>
          <p:cNvSpPr/>
          <p:nvPr/>
        </p:nvSpPr>
        <p:spPr bwMode="auto">
          <a:xfrm>
            <a:off x="0" y="0"/>
            <a:ext cx="12192000" cy="6858000"/>
          </a:xfrm>
          <a:prstGeom prst="rect">
            <a:avLst/>
          </a:prstGeom>
          <a:solidFill>
            <a:srgbClr val="E17522"/>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142EC1DB-D1A3-EF03-6D76-5917A348B0F0}"/>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739D81CD-F3EE-F1EB-4D03-B3498036C72E}"/>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2B8DC10A-3269-A880-D558-A89F55D35BD3}"/>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6" name="Picture 11" descr="Comviva-O.png">
            <a:extLst>
              <a:ext uri="{FF2B5EF4-FFF2-40B4-BE49-F238E27FC236}">
                <a16:creationId xmlns:a16="http://schemas.microsoft.com/office/drawing/2014/main" id="{7F6DC1C2-D74D-8FDA-9D18-96876E6EC0F2}"/>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12">
            <a:extLst>
              <a:ext uri="{FF2B5EF4-FFF2-40B4-BE49-F238E27FC236}">
                <a16:creationId xmlns:a16="http://schemas.microsoft.com/office/drawing/2014/main" id="{9DF2DDF3-C6D4-3986-CD6D-6C4D6D2BE82F}"/>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969F29D2-B721-465C-9BFA-CBBC5207080F}"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5FB3DE39-7ED2-EE2B-9E64-4FF985BB6E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22"/>
          <p:cNvSpPr>
            <a:spLocks noGrp="1" noChangeArrowheads="1"/>
          </p:cNvSpPr>
          <p:nvPr>
            <p:ph type="ctrTitle"/>
          </p:nvPr>
        </p:nvSpPr>
        <p:spPr bwMode="auto">
          <a:xfrm>
            <a:off x="4871358" y="819663"/>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8" name="Text Placeholder 6"/>
          <p:cNvSpPr>
            <a:spLocks noGrp="1"/>
          </p:cNvSpPr>
          <p:nvPr>
            <p:ph type="body" sz="quarter" idx="10"/>
          </p:nvPr>
        </p:nvSpPr>
        <p:spPr bwMode="gray">
          <a:xfrm>
            <a:off x="4895297" y="1399538"/>
            <a:ext cx="6017393" cy="3014240"/>
          </a:xfr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71982100"/>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Slide_01">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38841E68-7BB9-452C-8449-E1EF2D51A898}"/>
              </a:ext>
            </a:extLst>
          </p:cNvPr>
          <p:cNvSpPr>
            <a:spLocks noChangeArrowheads="1"/>
          </p:cNvSpPr>
          <p:nvPr/>
        </p:nvSpPr>
        <p:spPr bwMode="gray">
          <a:xfrm>
            <a:off x="0" y="0"/>
            <a:ext cx="12192000" cy="6858000"/>
          </a:xfrm>
          <a:prstGeom prst="rect">
            <a:avLst/>
          </a:prstGeom>
          <a:solidFill>
            <a:srgbClr val="C3082B"/>
          </a:solidFill>
          <a:ln w="9525" algn="ctr">
            <a:noFill/>
            <a:miter lim="800000"/>
            <a:headEnd type="none" w="sm" len="sm"/>
            <a:tailEnd type="none" w="sm" len="sm"/>
          </a:ln>
        </p:spPr>
        <p:txBody>
          <a:bodyPr wrap="none"/>
          <a:lstStyle/>
          <a:p>
            <a:pPr eaLnBrk="1" fontAlgn="auto" hangingPunct="1">
              <a:tabLst>
                <a:tab pos="172633" algn="l"/>
              </a:tabLst>
              <a:defRPr/>
            </a:pPr>
            <a:endParaRPr lang="en-US" sz="788" kern="0" dirty="0">
              <a:solidFill>
                <a:schemeClr val="bg1"/>
              </a:solidFill>
              <a:ea typeface="+mn-ea"/>
              <a:cs typeface="Arial" panose="020B0604020202020204" pitchFamily="34" charset="0"/>
            </a:endParaRPr>
          </a:p>
        </p:txBody>
      </p:sp>
      <p:pic>
        <p:nvPicPr>
          <p:cNvPr id="4" name="Picture 7" descr="Comviva-O.png">
            <a:extLst>
              <a:ext uri="{FF2B5EF4-FFF2-40B4-BE49-F238E27FC236}">
                <a16:creationId xmlns:a16="http://schemas.microsoft.com/office/drawing/2014/main" id="{D457EB62-B7ED-C1F7-3F4D-3015545023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2">
            <a:extLst>
              <a:ext uri="{FF2B5EF4-FFF2-40B4-BE49-F238E27FC236}">
                <a16:creationId xmlns:a16="http://schemas.microsoft.com/office/drawing/2014/main" id="{DA9AFF05-2179-18DA-EF59-21D61E55F98F}"/>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54C9E5ED-977D-4D5F-9DC2-411193BF8B29}" type="slidenum">
              <a:rPr lang="en-US" altLang="en-US" sz="500" smtClean="0">
                <a:solidFill>
                  <a:srgbClr val="D9D9D9"/>
                </a:solidFill>
              </a:rPr>
              <a:pPr>
                <a:lnSpc>
                  <a:spcPct val="90000"/>
                </a:lnSpc>
                <a:spcAft>
                  <a:spcPts val="450"/>
                </a:spcAft>
                <a:defRPr/>
              </a:pPr>
              <a:t>‹#›</a:t>
            </a:fld>
            <a:r>
              <a:rPr lang="en-US" altLang="en-US" sz="500">
                <a:solidFill>
                  <a:srgbClr val="D9D9D9"/>
                </a:solidFill>
              </a:rPr>
              <a:t>	© 2019 Comviva Technologies Limited. All rights reserved.</a:t>
            </a:r>
          </a:p>
        </p:txBody>
      </p:sp>
      <p:sp>
        <p:nvSpPr>
          <p:cNvPr id="3" name="Title 2"/>
          <p:cNvSpPr>
            <a:spLocks noGrp="1"/>
          </p:cNvSpPr>
          <p:nvPr>
            <p:ph type="title"/>
          </p:nvPr>
        </p:nvSpPr>
        <p:spPr bwMode="gray">
          <a:xfrm>
            <a:off x="615949" y="4046298"/>
            <a:ext cx="11576051" cy="424732"/>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89173390"/>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 Slide_02">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469FE0C8-65F4-C9B9-A69C-7629697B1362}"/>
              </a:ext>
            </a:extLst>
          </p:cNvPr>
          <p:cNvSpPr>
            <a:spLocks noChangeArrowheads="1"/>
          </p:cNvSpPr>
          <p:nvPr/>
        </p:nvSpPr>
        <p:spPr bwMode="gray">
          <a:xfrm>
            <a:off x="0" y="0"/>
            <a:ext cx="12192000" cy="6858000"/>
          </a:xfrm>
          <a:prstGeom prst="rect">
            <a:avLst/>
          </a:prstGeom>
          <a:solidFill>
            <a:srgbClr val="E17522"/>
          </a:solidFill>
          <a:ln w="9525" algn="ctr">
            <a:noFill/>
            <a:miter lim="800000"/>
            <a:headEnd type="none" w="sm" len="sm"/>
            <a:tailEnd type="none" w="sm" len="sm"/>
          </a:ln>
        </p:spPr>
        <p:txBody>
          <a:bodyPr wrap="none"/>
          <a:lstStyle/>
          <a:p>
            <a:pPr eaLnBrk="1" fontAlgn="auto" hangingPunct="1">
              <a:tabLst>
                <a:tab pos="172633" algn="l"/>
              </a:tabLst>
              <a:defRPr/>
            </a:pPr>
            <a:endParaRPr lang="en-US" sz="788" kern="0" dirty="0">
              <a:solidFill>
                <a:schemeClr val="bg1"/>
              </a:solidFill>
              <a:ea typeface="+mn-ea"/>
              <a:cs typeface="Arial" panose="020B0604020202020204" pitchFamily="34" charset="0"/>
            </a:endParaRPr>
          </a:p>
        </p:txBody>
      </p:sp>
      <p:pic>
        <p:nvPicPr>
          <p:cNvPr id="3" name="Picture 7" descr="Comviva-O.png">
            <a:extLst>
              <a:ext uri="{FF2B5EF4-FFF2-40B4-BE49-F238E27FC236}">
                <a16:creationId xmlns:a16="http://schemas.microsoft.com/office/drawing/2014/main" id="{BA75436E-55DB-3F85-1588-21D4BFCCB9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2">
            <a:extLst>
              <a:ext uri="{FF2B5EF4-FFF2-40B4-BE49-F238E27FC236}">
                <a16:creationId xmlns:a16="http://schemas.microsoft.com/office/drawing/2014/main" id="{8EEA2CF9-E37A-5371-8EB2-EBD185801A9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947C4A1A-5DE5-4599-ADC7-1D4536E87EC5}" type="slidenum">
              <a:rPr lang="en-US" altLang="en-US" sz="500" smtClean="0">
                <a:solidFill>
                  <a:srgbClr val="D9D9D9"/>
                </a:solidFill>
              </a:rPr>
              <a:pPr>
                <a:lnSpc>
                  <a:spcPct val="90000"/>
                </a:lnSpc>
                <a:spcAft>
                  <a:spcPts val="450"/>
                </a:spcAft>
                <a:defRPr/>
              </a:pPr>
              <a:t>‹#›</a:t>
            </a:fld>
            <a:r>
              <a:rPr lang="en-US" altLang="en-US" sz="500">
                <a:solidFill>
                  <a:srgbClr val="D9D9D9"/>
                </a:solidFill>
              </a:rPr>
              <a:t>	© 2019 Comviva Technologies Limited. All rights reserved.</a:t>
            </a:r>
          </a:p>
        </p:txBody>
      </p:sp>
      <p:sp>
        <p:nvSpPr>
          <p:cNvPr id="11" name="Title 2"/>
          <p:cNvSpPr>
            <a:spLocks noGrp="1"/>
          </p:cNvSpPr>
          <p:nvPr>
            <p:ph type="title"/>
          </p:nvPr>
        </p:nvSpPr>
        <p:spPr bwMode="gray">
          <a:xfrm>
            <a:off x="615949" y="4046298"/>
            <a:ext cx="11576051" cy="424732"/>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73970096"/>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 Slide_03">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49B07264-6EB9-2448-3501-75C5663D365C}"/>
              </a:ext>
            </a:extLst>
          </p:cNvPr>
          <p:cNvSpPr>
            <a:spLocks noChangeArrowheads="1"/>
          </p:cNvSpPr>
          <p:nvPr/>
        </p:nvSpPr>
        <p:spPr bwMode="gray">
          <a:xfrm>
            <a:off x="0" y="0"/>
            <a:ext cx="12192000" cy="6858000"/>
          </a:xfrm>
          <a:prstGeom prst="rect">
            <a:avLst/>
          </a:prstGeom>
          <a:solidFill>
            <a:schemeClr val="tx1">
              <a:lumMod val="85000"/>
              <a:lumOff val="15000"/>
            </a:schemeClr>
          </a:solidFill>
          <a:ln w="9525" algn="ctr">
            <a:noFill/>
            <a:miter lim="800000"/>
            <a:headEnd type="none" w="sm" len="sm"/>
            <a:tailEnd type="none" w="sm" len="sm"/>
          </a:ln>
        </p:spPr>
        <p:txBody>
          <a:bodyPr wrap="none"/>
          <a:lstStyle/>
          <a:p>
            <a:pPr eaLnBrk="1" fontAlgn="auto" hangingPunct="1">
              <a:tabLst>
                <a:tab pos="172633" algn="l"/>
              </a:tabLst>
              <a:defRPr/>
            </a:pPr>
            <a:endParaRPr lang="en-US" sz="788" kern="0" dirty="0">
              <a:solidFill>
                <a:schemeClr val="bg1"/>
              </a:solidFill>
              <a:ea typeface="+mn-ea"/>
              <a:cs typeface="Arial" panose="020B0604020202020204" pitchFamily="34" charset="0"/>
            </a:endParaRPr>
          </a:p>
        </p:txBody>
      </p:sp>
      <p:pic>
        <p:nvPicPr>
          <p:cNvPr id="3" name="Picture 7" descr="Comviva-O.png">
            <a:extLst>
              <a:ext uri="{FF2B5EF4-FFF2-40B4-BE49-F238E27FC236}">
                <a16:creationId xmlns:a16="http://schemas.microsoft.com/office/drawing/2014/main" id="{F17F8D4D-9A59-B2AB-D18D-E4D3B41EF6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2">
            <a:extLst>
              <a:ext uri="{FF2B5EF4-FFF2-40B4-BE49-F238E27FC236}">
                <a16:creationId xmlns:a16="http://schemas.microsoft.com/office/drawing/2014/main" id="{FDBFE98E-2DC1-6917-3834-2FD2C282E26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689B1FAE-5FB9-4029-B3AB-6F8E57C83C0C}" type="slidenum">
              <a:rPr lang="en-US" altLang="en-US" sz="500" smtClean="0">
                <a:solidFill>
                  <a:srgbClr val="D9D9D9"/>
                </a:solidFill>
              </a:rPr>
              <a:pPr>
                <a:lnSpc>
                  <a:spcPct val="90000"/>
                </a:lnSpc>
                <a:spcAft>
                  <a:spcPts val="450"/>
                </a:spcAft>
                <a:defRPr/>
              </a:pPr>
              <a:t>‹#›</a:t>
            </a:fld>
            <a:r>
              <a:rPr lang="en-US" altLang="en-US" sz="500">
                <a:solidFill>
                  <a:srgbClr val="D9D9D9"/>
                </a:solidFill>
              </a:rPr>
              <a:t>	© 2019 Comviva Technologies Limited. All rights reserved.</a:t>
            </a:r>
          </a:p>
        </p:txBody>
      </p:sp>
      <p:sp>
        <p:nvSpPr>
          <p:cNvPr id="11" name="Title 2"/>
          <p:cNvSpPr>
            <a:spLocks noGrp="1"/>
          </p:cNvSpPr>
          <p:nvPr>
            <p:ph type="title"/>
          </p:nvPr>
        </p:nvSpPr>
        <p:spPr bwMode="gray">
          <a:xfrm>
            <a:off x="615949" y="4046298"/>
            <a:ext cx="11576051" cy="424732"/>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77860224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1782323"/>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chemeClr val="bg1"/>
        </a:solidFill>
        <a:effectLst/>
      </p:bgPr>
    </p:bg>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707FEBCB-3493-761D-E97F-F678FA37BFF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6" hidden="1">
                        <a:extLst>
                          <a:ext uri="{FF2B5EF4-FFF2-40B4-BE49-F238E27FC236}">
                            <a16:creationId xmlns:a16="http://schemas.microsoft.com/office/drawing/2014/main" id="{707FEBCB-3493-761D-E97F-F678FA37BF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White Frame">
            <a:extLst>
              <a:ext uri="{FF2B5EF4-FFF2-40B4-BE49-F238E27FC236}">
                <a16:creationId xmlns:a16="http://schemas.microsoft.com/office/drawing/2014/main" id="{D9E518E4-3BDC-C277-F7B4-934F347AA6B5}"/>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3D7ED0F5-1D24-A73B-2F9B-8441B467B783}"/>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TextBox 4">
            <a:extLst>
              <a:ext uri="{FF2B5EF4-FFF2-40B4-BE49-F238E27FC236}">
                <a16:creationId xmlns:a16="http://schemas.microsoft.com/office/drawing/2014/main" id="{D8E142DD-826F-8C14-F529-A9CEE345839D}"/>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6" name="Picture 11" descr="Comviva-O.png">
            <a:extLst>
              <a:ext uri="{FF2B5EF4-FFF2-40B4-BE49-F238E27FC236}">
                <a16:creationId xmlns:a16="http://schemas.microsoft.com/office/drawing/2014/main" id="{143A62A4-AA6C-71ED-77C3-52628C614D77}"/>
              </a:ext>
            </a:extLst>
          </p:cNvPr>
          <p:cNvPicPr>
            <a:picLocks noChangeAspect="1"/>
          </p:cNvPicPr>
          <p:nvPr/>
        </p:nvPicPr>
        <p:blipFill>
          <a:blip r:embed="rId5">
            <a:extLst>
              <a:ext uri="{28A0092B-C50C-407E-A947-70E740481C1C}">
                <a14:useLocalDpi xmlns:a14="http://schemas.microsoft.com/office/drawing/2010/main" val="0"/>
              </a:ext>
            </a:extLst>
          </a:blip>
          <a:srcRect l="2524" r="56628" b="14366"/>
          <a:stretch>
            <a:fillRect/>
          </a:stretch>
        </p:blipFill>
        <p:spPr bwMode="auto">
          <a:xfrm>
            <a:off x="9525" y="0"/>
            <a:ext cx="4979988" cy="587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2" descr="Ridge-Bottom.png">
            <a:extLst>
              <a:ext uri="{FF2B5EF4-FFF2-40B4-BE49-F238E27FC236}">
                <a16:creationId xmlns:a16="http://schemas.microsoft.com/office/drawing/2014/main" id="{4503CC56-0251-6864-8669-DE482544091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1346700" y="3255883"/>
            <a:ext cx="9990787" cy="560923"/>
          </a:xfrm>
          <a:noFill/>
          <a:ln>
            <a:noFill/>
          </a:ln>
        </p:spPr>
        <p:txBody>
          <a:bodyPr tIns="0"/>
          <a:lstStyle>
            <a:lvl1pPr algn="ctr">
              <a:lnSpc>
                <a:spcPct val="90000"/>
              </a:lnSpc>
              <a:spcBef>
                <a:spcPts val="450"/>
              </a:spcBef>
              <a:spcAft>
                <a:spcPts val="0"/>
              </a:spcAft>
              <a:defRPr sz="4050" baseline="0">
                <a:solidFill>
                  <a:srgbClr val="E17522"/>
                </a:solidFill>
                <a:latin typeface="Calibri"/>
                <a:cs typeface="Calibri"/>
              </a:defRPr>
            </a:lvl1pPr>
          </a:lstStyle>
          <a:p>
            <a:r>
              <a:rPr lang="en-US"/>
              <a:t>Click to edit Master title style</a:t>
            </a:r>
            <a:endParaRPr lang="en-US" dirty="0"/>
          </a:p>
        </p:txBody>
      </p:sp>
    </p:spTree>
    <p:extLst>
      <p:ext uri="{BB962C8B-B14F-4D97-AF65-F5344CB8AC3E}">
        <p14:creationId xmlns:p14="http://schemas.microsoft.com/office/powerpoint/2010/main" val="3676605918"/>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IN" dirty="0"/>
          </a:p>
        </p:txBody>
      </p:sp>
      <p:sp>
        <p:nvSpPr>
          <p:cNvPr id="3" name="Date Placeholder 2">
            <a:extLst>
              <a:ext uri="{FF2B5EF4-FFF2-40B4-BE49-F238E27FC236}">
                <a16:creationId xmlns:a16="http://schemas.microsoft.com/office/drawing/2014/main" id="{7B5B85AD-D74A-9BE8-DF50-7CBD5D92E979}"/>
              </a:ext>
            </a:extLst>
          </p:cNvPr>
          <p:cNvSpPr>
            <a:spLocks noGrp="1"/>
          </p:cNvSpPr>
          <p:nvPr>
            <p:ph type="dt" sz="half" idx="10"/>
          </p:nvPr>
        </p:nvSpPr>
        <p:spPr>
          <a:xfrm>
            <a:off x="838200" y="6356350"/>
            <a:ext cx="2743200" cy="365125"/>
          </a:xfrm>
          <a:prstGeom prst="rect">
            <a:avLst/>
          </a:prstGeom>
        </p:spPr>
        <p:txBody>
          <a:bodyPr/>
          <a:lstStyle>
            <a:lvl1pPr>
              <a:defRPr>
                <a:ea typeface="+mn-ea"/>
                <a:cs typeface="Arial" panose="020B0604020202020204" pitchFamily="34" charset="0"/>
              </a:defRPr>
            </a:lvl1pPr>
          </a:lstStyle>
          <a:p>
            <a:pPr>
              <a:defRPr/>
            </a:pPr>
            <a:fld id="{CB8AC0B3-152A-4B0E-A641-5D9EC7203FD8}" type="datetimeFigureOut">
              <a:rPr lang="en-IN"/>
              <a:pPr>
                <a:defRPr/>
              </a:pPr>
              <a:t>27-10-2026</a:t>
            </a:fld>
            <a:endParaRPr lang="en-IN"/>
          </a:p>
        </p:txBody>
      </p:sp>
      <p:sp>
        <p:nvSpPr>
          <p:cNvPr id="4" name="Footer Placeholder 3">
            <a:extLst>
              <a:ext uri="{FF2B5EF4-FFF2-40B4-BE49-F238E27FC236}">
                <a16:creationId xmlns:a16="http://schemas.microsoft.com/office/drawing/2014/main" id="{246B28CE-C0DF-AA85-6F6C-BB84D3A6B21A}"/>
              </a:ext>
            </a:extLst>
          </p:cNvPr>
          <p:cNvSpPr>
            <a:spLocks noGrp="1"/>
          </p:cNvSpPr>
          <p:nvPr>
            <p:ph type="ftr" sz="quarter" idx="11"/>
          </p:nvPr>
        </p:nvSpPr>
        <p:spPr>
          <a:xfrm>
            <a:off x="4038600" y="6356350"/>
            <a:ext cx="4114800" cy="365125"/>
          </a:xfrm>
          <a:prstGeom prst="rect">
            <a:avLst/>
          </a:prstGeom>
        </p:spPr>
        <p:txBody>
          <a:bodyPr/>
          <a:lstStyle>
            <a:lvl1pPr>
              <a:defRPr>
                <a:ea typeface="+mn-ea"/>
                <a:cs typeface="Arial" panose="020B0604020202020204" pitchFamily="34" charset="0"/>
              </a:defRPr>
            </a:lvl1pPr>
          </a:lstStyle>
          <a:p>
            <a:pPr>
              <a:defRPr/>
            </a:pPr>
            <a:endParaRPr lang="en-IN"/>
          </a:p>
        </p:txBody>
      </p:sp>
      <p:sp>
        <p:nvSpPr>
          <p:cNvPr id="5" name="Slide Number Placeholder 4">
            <a:extLst>
              <a:ext uri="{FF2B5EF4-FFF2-40B4-BE49-F238E27FC236}">
                <a16:creationId xmlns:a16="http://schemas.microsoft.com/office/drawing/2014/main" id="{EEC5A4B5-A6B7-A114-40BB-5DD66F785106}"/>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a:defRPr>
                <a:cs typeface="Arial" panose="020B0604020202020204" pitchFamily="34" charset="0"/>
              </a:defRPr>
            </a:lvl1pPr>
          </a:lstStyle>
          <a:p>
            <a:pPr>
              <a:defRPr/>
            </a:pPr>
            <a:fld id="{8D1539B9-4296-472B-B285-14A70506FEA3}" type="slidenum">
              <a:rPr lang="en-IN" altLang="en-US"/>
              <a:pPr>
                <a:defRPr/>
              </a:pPr>
              <a:t>‹#›</a:t>
            </a:fld>
            <a:endParaRPr lang="en-IN" altLang="en-US"/>
          </a:p>
        </p:txBody>
      </p:sp>
    </p:spTree>
    <p:extLst>
      <p:ext uri="{BB962C8B-B14F-4D97-AF65-F5344CB8AC3E}">
        <p14:creationId xmlns:p14="http://schemas.microsoft.com/office/powerpoint/2010/main" val="7427785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794382"/>
            <a:ext cx="9144000" cy="715581"/>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3941B9-9CB3-A71B-8D87-7321FFE810AA}"/>
              </a:ext>
            </a:extLst>
          </p:cNvPr>
          <p:cNvSpPr>
            <a:spLocks noGrp="1"/>
          </p:cNvSpPr>
          <p:nvPr>
            <p:ph type="dt" sz="half" idx="10"/>
          </p:nvPr>
        </p:nvSpPr>
        <p:spPr>
          <a:xfrm>
            <a:off x="838200" y="6356350"/>
            <a:ext cx="2743200" cy="365125"/>
          </a:xfrm>
          <a:prstGeom prst="rect">
            <a:avLst/>
          </a:prstGeom>
        </p:spPr>
        <p:txBody>
          <a:bodyPr/>
          <a:lstStyle>
            <a:lvl1pPr>
              <a:defRPr>
                <a:ea typeface="+mn-ea"/>
                <a:cs typeface="Arial" panose="020B0604020202020204" pitchFamily="34" charset="0"/>
              </a:defRPr>
            </a:lvl1pPr>
          </a:lstStyle>
          <a:p>
            <a:pPr>
              <a:defRPr/>
            </a:pPr>
            <a:fld id="{3A200D88-E39F-419D-8699-5493A4A4F9D5}" type="datetimeFigureOut">
              <a:rPr lang="en-IN"/>
              <a:pPr>
                <a:defRPr/>
              </a:pPr>
              <a:t>27-10-2026</a:t>
            </a:fld>
            <a:endParaRPr lang="en-IN"/>
          </a:p>
        </p:txBody>
      </p:sp>
      <p:sp>
        <p:nvSpPr>
          <p:cNvPr id="5" name="Footer Placeholder 4">
            <a:extLst>
              <a:ext uri="{FF2B5EF4-FFF2-40B4-BE49-F238E27FC236}">
                <a16:creationId xmlns:a16="http://schemas.microsoft.com/office/drawing/2014/main" id="{A3B3FFD8-3C8E-829F-B3A4-45DA9F238A06}"/>
              </a:ext>
            </a:extLst>
          </p:cNvPr>
          <p:cNvSpPr>
            <a:spLocks noGrp="1"/>
          </p:cNvSpPr>
          <p:nvPr>
            <p:ph type="ftr" sz="quarter" idx="11"/>
          </p:nvPr>
        </p:nvSpPr>
        <p:spPr>
          <a:xfrm>
            <a:off x="4038600" y="6356350"/>
            <a:ext cx="4114800" cy="365125"/>
          </a:xfrm>
          <a:prstGeom prst="rect">
            <a:avLst/>
          </a:prstGeom>
        </p:spPr>
        <p:txBody>
          <a:bodyPr/>
          <a:lstStyle>
            <a:lvl1pPr>
              <a:defRPr>
                <a:ea typeface="+mn-ea"/>
                <a:cs typeface="Arial" panose="020B0604020202020204" pitchFamily="34" charset="0"/>
              </a:defRPr>
            </a:lvl1pPr>
          </a:lstStyle>
          <a:p>
            <a:pPr>
              <a:defRPr/>
            </a:pPr>
            <a:endParaRPr lang="en-IN"/>
          </a:p>
        </p:txBody>
      </p:sp>
      <p:sp>
        <p:nvSpPr>
          <p:cNvPr id="6" name="Slide Number Placeholder 5">
            <a:extLst>
              <a:ext uri="{FF2B5EF4-FFF2-40B4-BE49-F238E27FC236}">
                <a16:creationId xmlns:a16="http://schemas.microsoft.com/office/drawing/2014/main" id="{2FA222C0-132E-45D3-9A8E-AFE09FBAE845}"/>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a:defRPr>
                <a:cs typeface="Arial" panose="020B0604020202020204" pitchFamily="34" charset="0"/>
              </a:defRPr>
            </a:lvl1pPr>
          </a:lstStyle>
          <a:p>
            <a:pPr>
              <a:defRPr/>
            </a:pPr>
            <a:fld id="{106E4CC2-49AA-4C19-917D-01659DAE54F2}" type="slidenum">
              <a:rPr lang="en-IN" altLang="en-US"/>
              <a:pPr>
                <a:defRPr/>
              </a:pPr>
              <a:t>‹#›</a:t>
            </a:fld>
            <a:endParaRPr lang="en-IN" altLang="en-US"/>
          </a:p>
        </p:txBody>
      </p:sp>
    </p:spTree>
    <p:extLst>
      <p:ext uri="{BB962C8B-B14F-4D97-AF65-F5344CB8AC3E}">
        <p14:creationId xmlns:p14="http://schemas.microsoft.com/office/powerpoint/2010/main" val="22202301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29207E-D256-E429-B4FA-2B1EBD3F2A7B}"/>
              </a:ext>
            </a:extLst>
          </p:cNvPr>
          <p:cNvSpPr>
            <a:spLocks noGrp="1"/>
          </p:cNvSpPr>
          <p:nvPr>
            <p:ph type="dt" sz="half" idx="10"/>
          </p:nvPr>
        </p:nvSpPr>
        <p:spPr>
          <a:xfrm>
            <a:off x="0" y="0"/>
            <a:ext cx="0" cy="0"/>
          </a:xfrm>
        </p:spPr>
        <p:txBody>
          <a:bodyPr/>
          <a:lstStyle>
            <a:lvl1pPr>
              <a:defRPr>
                <a:ea typeface="+mn-ea"/>
                <a:cs typeface="Arial" panose="020B0604020202020204" pitchFamily="34" charset="0"/>
              </a:defRPr>
            </a:lvl1pPr>
          </a:lstStyle>
          <a:p>
            <a:pPr>
              <a:defRPr/>
            </a:pPr>
            <a:fld id="{453EF26B-7222-4B1A-907E-2F18071B549E}" type="datetimeFigureOut">
              <a:rPr lang="en-IN"/>
              <a:pPr>
                <a:defRPr/>
              </a:pPr>
              <a:t>27-10-2026</a:t>
            </a:fld>
            <a:endParaRPr lang="en-IN"/>
          </a:p>
        </p:txBody>
      </p:sp>
      <p:sp>
        <p:nvSpPr>
          <p:cNvPr id="5" name="Footer Placeholder 4">
            <a:extLst>
              <a:ext uri="{FF2B5EF4-FFF2-40B4-BE49-F238E27FC236}">
                <a16:creationId xmlns:a16="http://schemas.microsoft.com/office/drawing/2014/main" id="{4B619C34-CD21-4816-99D4-63C67AE33E01}"/>
              </a:ext>
            </a:extLst>
          </p:cNvPr>
          <p:cNvSpPr>
            <a:spLocks noGrp="1"/>
          </p:cNvSpPr>
          <p:nvPr>
            <p:ph type="ftr" sz="quarter" idx="11"/>
          </p:nvPr>
        </p:nvSpPr>
        <p:spPr>
          <a:xfrm>
            <a:off x="0" y="0"/>
            <a:ext cx="0" cy="0"/>
          </a:xfrm>
        </p:spPr>
        <p:txBody>
          <a:bodyPr/>
          <a:lstStyle>
            <a:lvl1pPr>
              <a:defRPr>
                <a:ea typeface="+mn-ea"/>
                <a:cs typeface="Arial" panose="020B0604020202020204" pitchFamily="34" charset="0"/>
              </a:defRPr>
            </a:lvl1pPr>
          </a:lstStyle>
          <a:p>
            <a:pPr>
              <a:defRPr/>
            </a:pPr>
            <a:endParaRPr lang="en-IN"/>
          </a:p>
        </p:txBody>
      </p:sp>
      <p:sp>
        <p:nvSpPr>
          <p:cNvPr id="6" name="Slide Number Placeholder 5">
            <a:extLst>
              <a:ext uri="{FF2B5EF4-FFF2-40B4-BE49-F238E27FC236}">
                <a16:creationId xmlns:a16="http://schemas.microsoft.com/office/drawing/2014/main" id="{B45DECA5-6011-7AAC-90F2-D3F3E8A7353C}"/>
              </a:ext>
            </a:extLst>
          </p:cNvPr>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a:defRPr>
                <a:cs typeface="Arial" panose="020B0604020202020204" pitchFamily="34" charset="0"/>
              </a:defRPr>
            </a:lvl1pPr>
          </a:lstStyle>
          <a:p>
            <a:pPr>
              <a:defRPr/>
            </a:pPr>
            <a:fld id="{1C4B11D3-694E-46DA-8E91-FE913606AA72}" type="slidenum">
              <a:rPr lang="en-IN" altLang="en-US"/>
              <a:pPr>
                <a:defRPr/>
              </a:pPr>
              <a:t>‹#›</a:t>
            </a:fld>
            <a:endParaRPr lang="en-IN" altLang="en-US"/>
          </a:p>
        </p:txBody>
      </p:sp>
    </p:spTree>
    <p:extLst>
      <p:ext uri="{BB962C8B-B14F-4D97-AF65-F5344CB8AC3E}">
        <p14:creationId xmlns:p14="http://schemas.microsoft.com/office/powerpoint/2010/main" val="138096159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Title Slide_opt1">
    <p:bg>
      <p:bgPr>
        <a:solidFill>
          <a:schemeClr val="bg1"/>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12A50FFB-4F5E-F407-DF91-BFABD90173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5438" y="338138"/>
            <a:ext cx="11590337" cy="555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7" hidden="1">
            <a:extLst>
              <a:ext uri="{FF2B5EF4-FFF2-40B4-BE49-F238E27FC236}">
                <a16:creationId xmlns:a16="http://schemas.microsoft.com/office/drawing/2014/main" id="{C56B1A1C-9DF5-691A-FDD8-9301A726B18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7" hidden="1">
                        <a:extLst>
                          <a:ext uri="{FF2B5EF4-FFF2-40B4-BE49-F238E27FC236}">
                            <a16:creationId xmlns:a16="http://schemas.microsoft.com/office/drawing/2014/main" id="{C56B1A1C-9DF5-691A-FDD8-9301A726B1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1A690FB5-5437-C8E9-B030-45A98183F52C}"/>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35840DAC-7D3E-F6E8-77DE-7FE8A58055A8}"/>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lIns="68577" tIns="34289" rIns="68577" bIns="34289"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6" name="Rectangle 5">
            <a:extLst>
              <a:ext uri="{FF2B5EF4-FFF2-40B4-BE49-F238E27FC236}">
                <a16:creationId xmlns:a16="http://schemas.microsoft.com/office/drawing/2014/main" id="{EEF2844B-BCA4-D09A-700C-307AB97D2E1C}"/>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7" name="TextBox 6">
            <a:extLst>
              <a:ext uri="{FF2B5EF4-FFF2-40B4-BE49-F238E27FC236}">
                <a16:creationId xmlns:a16="http://schemas.microsoft.com/office/drawing/2014/main" id="{5DD77FEC-F691-C722-4521-7261EB1EB0C8}"/>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8" name="Picture 13" descr="Ridge-Bottom.png">
            <a:extLst>
              <a:ext uri="{FF2B5EF4-FFF2-40B4-BE49-F238E27FC236}">
                <a16:creationId xmlns:a16="http://schemas.microsoft.com/office/drawing/2014/main" id="{F6023518-DB69-B62A-2C0F-770729B21E5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4" descr="Comviva-O.png">
            <a:extLst>
              <a:ext uri="{FF2B5EF4-FFF2-40B4-BE49-F238E27FC236}">
                <a16:creationId xmlns:a16="http://schemas.microsoft.com/office/drawing/2014/main" id="{19C19947-22B3-41FF-8DF3-C8230FD9497F}"/>
              </a:ext>
            </a:extLst>
          </p:cNvPr>
          <p:cNvPicPr>
            <a:picLocks noChangeAspect="1"/>
          </p:cNvPicPr>
          <p:nvPr/>
        </p:nvPicPr>
        <p:blipFill>
          <a:blip r:embed="rId7">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6" descr="Comviva-Logo.png">
            <a:extLst>
              <a:ext uri="{FF2B5EF4-FFF2-40B4-BE49-F238E27FC236}">
                <a16:creationId xmlns:a16="http://schemas.microsoft.com/office/drawing/2014/main" id="{824F53A9-CAFF-09BE-E179-64A113BB8D6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156575" y="4606925"/>
            <a:ext cx="31940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4871359"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0" name="Rectangle 223"/>
          <p:cNvSpPr>
            <a:spLocks noGrp="1" noChangeArrowheads="1"/>
          </p:cNvSpPr>
          <p:nvPr>
            <p:ph type="subTitle" idx="1"/>
          </p:nvPr>
        </p:nvSpPr>
        <p:spPr bwMode="auto">
          <a:xfrm>
            <a:off x="4879999" y="4205249"/>
            <a:ext cx="3320996" cy="186974"/>
          </a:xfrm>
          <a:prstGeom prst="rect">
            <a:avLst/>
          </a:prstGeom>
          <a:ln/>
        </p:spPr>
        <p:txBody>
          <a:bodyPr>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2344332547"/>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D02FC5-09E0-B24C-10FE-3412D4D6C58D}"/>
              </a:ext>
            </a:extLst>
          </p:cNvPr>
          <p:cNvSpPr/>
          <p:nvPr/>
        </p:nvSpPr>
        <p:spPr bwMode="auto">
          <a:xfrm>
            <a:off x="0" y="0"/>
            <a:ext cx="12192000" cy="6858000"/>
          </a:xfrm>
          <a:prstGeom prst="rect">
            <a:avLst/>
          </a:prstGeom>
          <a:solidFill>
            <a:schemeClr val="bg1"/>
          </a:solidFill>
          <a:ln w="12700" cap="flat" cmpd="sng" algn="ctr">
            <a:noFill/>
            <a:prstDash val="solid"/>
            <a:round/>
            <a:headEnd type="none" w="med" len="med"/>
            <a:tailEnd type="none" w="med" len="med"/>
          </a:ln>
          <a:effectLst/>
        </p:spPr>
        <p:txBody>
          <a:bodyPr wrap="none" lIns="68580" tIns="34290" rIns="68580" bIns="34290" anchor="ctr"/>
          <a:lstStyle/>
          <a:p>
            <a:pPr algn="ctr" defTabSz="685800">
              <a:spcBef>
                <a:spcPct val="50000"/>
              </a:spcBef>
              <a:defRPr/>
            </a:pPr>
            <a:endParaRPr lang="en-US" sz="1350" dirty="0" err="1">
              <a:solidFill>
                <a:schemeClr val="bg1"/>
              </a:solidFill>
              <a:latin typeface="Arial" charset="0"/>
              <a:ea typeface="+mn-ea"/>
              <a:cs typeface="Arial" panose="020B0604020202020204" pitchFamily="34" charset="0"/>
            </a:endParaRPr>
          </a:p>
        </p:txBody>
      </p:sp>
    </p:spTree>
    <p:extLst>
      <p:ext uri="{BB962C8B-B14F-4D97-AF65-F5344CB8AC3E}">
        <p14:creationId xmlns:p14="http://schemas.microsoft.com/office/powerpoint/2010/main" val="1540954412"/>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Title Slide_opt2">
    <p:bg>
      <p:bgPr>
        <a:solidFill>
          <a:schemeClr val="bg1"/>
        </a:solidFill>
        <a:effectLst/>
      </p:bgPr>
    </p:bg>
    <p:spTree>
      <p:nvGrpSpPr>
        <p:cNvPr id="1" name=""/>
        <p:cNvGrpSpPr/>
        <p:nvPr/>
      </p:nvGrpSpPr>
      <p:grpSpPr>
        <a:xfrm>
          <a:off x="0" y="0"/>
          <a:ext cx="0" cy="0"/>
          <a:chOff x="0" y="0"/>
          <a:chExt cx="0" cy="0"/>
        </a:xfrm>
      </p:grpSpPr>
      <p:pic>
        <p:nvPicPr>
          <p:cNvPr id="2" name="Picture 6" descr="aerial-business-computer-1011329.jpg">
            <a:extLst>
              <a:ext uri="{FF2B5EF4-FFF2-40B4-BE49-F238E27FC236}">
                <a16:creationId xmlns:a16="http://schemas.microsoft.com/office/drawing/2014/main" id="{3DD1B3A6-8DDD-1AC0-944B-6A061F98E7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0200" y="360363"/>
            <a:ext cx="11655425"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7" hidden="1">
            <a:extLst>
              <a:ext uri="{FF2B5EF4-FFF2-40B4-BE49-F238E27FC236}">
                <a16:creationId xmlns:a16="http://schemas.microsoft.com/office/drawing/2014/main" id="{1B07CD80-7D07-6185-7BC3-E9663F67DF4E}"/>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7" hidden="1">
                        <a:extLst>
                          <a:ext uri="{FF2B5EF4-FFF2-40B4-BE49-F238E27FC236}">
                            <a16:creationId xmlns:a16="http://schemas.microsoft.com/office/drawing/2014/main" id="{1B07CD80-7D07-6185-7BC3-E9663F67DF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1BBBFCB6-60C6-9F09-1033-CCB9F2A9FD00}"/>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8626DF52-B3AF-3057-E376-1FFF2149499D}"/>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lIns="68577" tIns="34289" rIns="68577" bIns="34289"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6" name="Rectangle 5">
            <a:extLst>
              <a:ext uri="{FF2B5EF4-FFF2-40B4-BE49-F238E27FC236}">
                <a16:creationId xmlns:a16="http://schemas.microsoft.com/office/drawing/2014/main" id="{8BAD9C25-33AB-1506-51AC-A8B8B06CDF4E}"/>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7" name="TextBox 6">
            <a:extLst>
              <a:ext uri="{FF2B5EF4-FFF2-40B4-BE49-F238E27FC236}">
                <a16:creationId xmlns:a16="http://schemas.microsoft.com/office/drawing/2014/main" id="{9843BA1A-C0C3-6F23-B9B7-5444F39F2A31}"/>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8" name="Picture 13" descr="Ridge-Bottom.png">
            <a:extLst>
              <a:ext uri="{FF2B5EF4-FFF2-40B4-BE49-F238E27FC236}">
                <a16:creationId xmlns:a16="http://schemas.microsoft.com/office/drawing/2014/main" id="{1CE12AEB-A701-F018-ACCA-88D5155193E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Comviva-O.png">
            <a:extLst>
              <a:ext uri="{FF2B5EF4-FFF2-40B4-BE49-F238E27FC236}">
                <a16:creationId xmlns:a16="http://schemas.microsoft.com/office/drawing/2014/main" id="{07B7C755-7E92-DBCE-FA5E-0989082BE8DC}"/>
              </a:ext>
            </a:extLst>
          </p:cNvPr>
          <p:cNvPicPr>
            <a:picLocks noChangeAspect="1"/>
          </p:cNvPicPr>
          <p:nvPr/>
        </p:nvPicPr>
        <p:blipFill rotWithShape="1">
          <a:blip r:embed="rId7" cstate="email">
            <a:duotone>
              <a:prstClr val="black"/>
              <a:schemeClr val="accent3">
                <a:tint val="45000"/>
                <a:satMod val="400000"/>
              </a:schemeClr>
            </a:duotone>
            <a:alphaModFix/>
          </a:blip>
          <a:srcRect l="2524" r="56629" b="14366"/>
          <a:stretch/>
        </p:blipFill>
        <p:spPr>
          <a:xfrm>
            <a:off x="307879" y="-7697"/>
            <a:ext cx="4979940" cy="5872788"/>
          </a:xfrm>
          <a:prstGeom prst="rect">
            <a:avLst/>
          </a:prstGeom>
        </p:spPr>
      </p:pic>
      <p:pic>
        <p:nvPicPr>
          <p:cNvPr id="10" name="Picture 16" descr="Comviva-Logo.png">
            <a:extLst>
              <a:ext uri="{FF2B5EF4-FFF2-40B4-BE49-F238E27FC236}">
                <a16:creationId xmlns:a16="http://schemas.microsoft.com/office/drawing/2014/main" id="{8BA884A2-0ABC-9840-43B7-8A496AE598F0}"/>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156575" y="4606925"/>
            <a:ext cx="31940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4871359"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0" name="Rectangle 223"/>
          <p:cNvSpPr>
            <a:spLocks noGrp="1" noChangeArrowheads="1"/>
          </p:cNvSpPr>
          <p:nvPr>
            <p:ph type="subTitle" idx="1"/>
          </p:nvPr>
        </p:nvSpPr>
        <p:spPr bwMode="auto">
          <a:xfrm>
            <a:off x="4879999" y="4205249"/>
            <a:ext cx="3320996" cy="186974"/>
          </a:xfrm>
          <a:prstGeom prst="rect">
            <a:avLst/>
          </a:prstGeom>
          <a:ln/>
        </p:spPr>
        <p:txBody>
          <a:bodyPr>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344590818"/>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Title Slide_opt3">
    <p:bg>
      <p:bgPr>
        <a:solidFill>
          <a:schemeClr val="bg1"/>
        </a:solidFill>
        <a:effectLst/>
      </p:bgPr>
    </p:bg>
    <p:spTree>
      <p:nvGrpSpPr>
        <p:cNvPr id="1" name=""/>
        <p:cNvGrpSpPr/>
        <p:nvPr/>
      </p:nvGrpSpPr>
      <p:grpSpPr>
        <a:xfrm>
          <a:off x="0" y="0"/>
          <a:ext cx="0" cy="0"/>
          <a:chOff x="0" y="0"/>
          <a:chExt cx="0" cy="0"/>
        </a:xfrm>
      </p:grpSpPr>
      <p:pic>
        <p:nvPicPr>
          <p:cNvPr id="2" name="Picture 1" descr="323518-P9MHS8-840.jpg">
            <a:extLst>
              <a:ext uri="{FF2B5EF4-FFF2-40B4-BE49-F238E27FC236}">
                <a16:creationId xmlns:a16="http://schemas.microsoft.com/office/drawing/2014/main" id="{16F8389E-D5C8-E2A2-0DD5-468C765520CD}"/>
              </a:ext>
            </a:extLst>
          </p:cNvPr>
          <p:cNvPicPr>
            <a:picLocks noChangeAspect="1"/>
          </p:cNvPicPr>
          <p:nvPr/>
        </p:nvPicPr>
        <p:blipFill rotWithShape="1">
          <a:blip r:embed="rId3" cstate="email">
            <a:duotone>
              <a:schemeClr val="accent3">
                <a:shade val="45000"/>
                <a:satMod val="135000"/>
              </a:schemeClr>
              <a:prstClr val="white"/>
            </a:duotone>
          </a:blip>
          <a:srcRect/>
          <a:stretch/>
        </p:blipFill>
        <p:spPr>
          <a:xfrm>
            <a:off x="299839" y="299900"/>
            <a:ext cx="11574547" cy="5556964"/>
          </a:xfrm>
          <a:prstGeom prst="rect">
            <a:avLst/>
          </a:prstGeom>
        </p:spPr>
      </p:pic>
      <p:graphicFrame>
        <p:nvGraphicFramePr>
          <p:cNvPr id="3" name="Object 7" hidden="1">
            <a:extLst>
              <a:ext uri="{FF2B5EF4-FFF2-40B4-BE49-F238E27FC236}">
                <a16:creationId xmlns:a16="http://schemas.microsoft.com/office/drawing/2014/main" id="{9167A3F2-07B0-F6E5-984F-097FF862B8B7}"/>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7" hidden="1">
                        <a:extLst>
                          <a:ext uri="{FF2B5EF4-FFF2-40B4-BE49-F238E27FC236}">
                            <a16:creationId xmlns:a16="http://schemas.microsoft.com/office/drawing/2014/main" id="{9167A3F2-07B0-F6E5-984F-097FF862B8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White Frame">
            <a:extLst>
              <a:ext uri="{FF2B5EF4-FFF2-40B4-BE49-F238E27FC236}">
                <a16:creationId xmlns:a16="http://schemas.microsoft.com/office/drawing/2014/main" id="{8EDEA812-6A60-870A-882F-BE7EC305A928}"/>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4">
            <a:extLst>
              <a:ext uri="{FF2B5EF4-FFF2-40B4-BE49-F238E27FC236}">
                <a16:creationId xmlns:a16="http://schemas.microsoft.com/office/drawing/2014/main" id="{8ECF46CD-EF62-28F0-CEDB-74F863D94798}"/>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6" name="Rectangle 5">
            <a:extLst>
              <a:ext uri="{FF2B5EF4-FFF2-40B4-BE49-F238E27FC236}">
                <a16:creationId xmlns:a16="http://schemas.microsoft.com/office/drawing/2014/main" id="{56BD9F9D-CFDF-1078-98D8-056D61CEC72F}"/>
              </a:ext>
            </a:extLst>
          </p:cNvPr>
          <p:cNvSpPr>
            <a:spLocks noChangeArrowheads="1"/>
          </p:cNvSpPr>
          <p:nvPr/>
        </p:nvSpPr>
        <p:spPr bwMode="gray">
          <a:xfrm>
            <a:off x="4648200" y="3360738"/>
            <a:ext cx="6970713" cy="2022475"/>
          </a:xfrm>
          <a:prstGeom prst="rect">
            <a:avLst/>
          </a:prstGeom>
          <a:solidFill>
            <a:schemeClr val="bg1"/>
          </a:solidFill>
          <a:ln>
            <a:noFill/>
          </a:ln>
        </p:spPr>
        <p:txBody>
          <a:bodyPr wrap="none" lIns="68577" tIns="34289" rIns="68577" bIns="34289"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7" name="Picture 12" descr="Comviva-O.png">
            <a:extLst>
              <a:ext uri="{FF2B5EF4-FFF2-40B4-BE49-F238E27FC236}">
                <a16:creationId xmlns:a16="http://schemas.microsoft.com/office/drawing/2014/main" id="{AAA47026-959A-7BC8-E4D8-F7812EEFFE98}"/>
              </a:ext>
            </a:extLst>
          </p:cNvPr>
          <p:cNvPicPr>
            <a:picLocks noChangeAspect="1"/>
          </p:cNvPicPr>
          <p:nvPr/>
        </p:nvPicPr>
        <p:blipFill>
          <a:blip r:embed="rId6">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Orb.png">
            <a:extLst>
              <a:ext uri="{FF2B5EF4-FFF2-40B4-BE49-F238E27FC236}">
                <a16:creationId xmlns:a16="http://schemas.microsoft.com/office/drawing/2014/main" id="{8501E6A5-4488-D73D-FF0D-A08BBE9D236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12">
            <a:extLst>
              <a:ext uri="{FF2B5EF4-FFF2-40B4-BE49-F238E27FC236}">
                <a16:creationId xmlns:a16="http://schemas.microsoft.com/office/drawing/2014/main" id="{606A926B-458B-F34C-FF4A-932CE97F1EA6}"/>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9FFA8AEF-F7B4-4730-92D4-0C58C72B171F}"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sp>
        <p:nvSpPr>
          <p:cNvPr id="18" name="Rectangle 122"/>
          <p:cNvSpPr>
            <a:spLocks noGrp="1" noChangeArrowheads="1"/>
          </p:cNvSpPr>
          <p:nvPr>
            <p:ph type="ctrTitle"/>
          </p:nvPr>
        </p:nvSpPr>
        <p:spPr bwMode="auto">
          <a:xfrm>
            <a:off x="4871359" y="3618346"/>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1" name="Rectangle 223"/>
          <p:cNvSpPr>
            <a:spLocks noGrp="1" noChangeArrowheads="1"/>
          </p:cNvSpPr>
          <p:nvPr>
            <p:ph type="subTitle" idx="1"/>
          </p:nvPr>
        </p:nvSpPr>
        <p:spPr bwMode="auto">
          <a:xfrm>
            <a:off x="4879999" y="4205249"/>
            <a:ext cx="3320996" cy="186974"/>
          </a:xfrm>
          <a:prstGeom prst="rect">
            <a:avLst/>
          </a:prstGeom>
          <a:ln/>
        </p:spPr>
        <p:txBody>
          <a:bodyPr>
            <a:spAutoFit/>
          </a:bodyPr>
          <a:lstStyle>
            <a:lvl1pPr marL="0" indent="0" algn="l">
              <a:lnSpc>
                <a:spcPct val="90000"/>
              </a:lnSpc>
              <a:spcBef>
                <a:spcPts val="0"/>
              </a:spcBef>
              <a:spcAft>
                <a:spcPts val="900"/>
              </a:spcAft>
              <a:buFont typeface="Times" pitchFamily="18" charset="0"/>
              <a:buNone/>
              <a:defRPr sz="1350">
                <a:solidFill>
                  <a:srgbClr val="000000"/>
                </a:solidFill>
                <a:latin typeface="Calibri"/>
                <a:cs typeface="Calibri"/>
              </a:defRPr>
            </a:lvl1pPr>
          </a:lstStyle>
          <a:p>
            <a:r>
              <a:rPr lang="en-US"/>
              <a:t>Click to edit Master subtitle style</a:t>
            </a:r>
            <a:endParaRPr lang="en-US" dirty="0"/>
          </a:p>
        </p:txBody>
      </p:sp>
    </p:spTree>
    <p:extLst>
      <p:ext uri="{BB962C8B-B14F-4D97-AF65-F5344CB8AC3E}">
        <p14:creationId xmlns:p14="http://schemas.microsoft.com/office/powerpoint/2010/main" val="359306576"/>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Agenda Slide_opt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51BEB9-BF59-A8C0-44DE-C823CAF5D482}"/>
              </a:ext>
            </a:extLst>
          </p:cNvPr>
          <p:cNvSpPr/>
          <p:nvPr/>
        </p:nvSpPr>
        <p:spPr bwMode="auto">
          <a:xfrm>
            <a:off x="0" y="0"/>
            <a:ext cx="12192000" cy="6858000"/>
          </a:xfrm>
          <a:prstGeom prst="rect">
            <a:avLst/>
          </a:prstGeom>
          <a:solidFill>
            <a:schemeClr val="tx1">
              <a:lumMod val="75000"/>
              <a:lumOff val="25000"/>
            </a:schemeClr>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FBE4397D-14A5-51C1-6304-5BC406AD7DEB}"/>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C2D6943B-3AC6-765A-F169-B2805DF66F45}"/>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pic>
        <p:nvPicPr>
          <p:cNvPr id="5" name="Picture 10" descr="Comviva-O.png">
            <a:extLst>
              <a:ext uri="{FF2B5EF4-FFF2-40B4-BE49-F238E27FC236}">
                <a16:creationId xmlns:a16="http://schemas.microsoft.com/office/drawing/2014/main" id="{DC2D14E4-0EC4-6A8A-977E-B31294B47F61}"/>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A67016BC-0F6F-3D56-F54D-1B90A40D9A13}"/>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lIns="68577" tIns="34289" rIns="68577" bIns="34289" anchor="b"/>
          <a:lstStyle/>
          <a:p>
            <a:pPr>
              <a:spcBef>
                <a:spcPct val="50000"/>
              </a:spcBef>
              <a:defRPr/>
            </a:pPr>
            <a:endParaRPr lang="en-US" sz="1350" dirty="0">
              <a:solidFill>
                <a:srgbClr val="FFFFFF"/>
              </a:solidFill>
              <a:ea typeface="+mn-ea"/>
              <a:cs typeface="Arial" panose="020B0604020202020204" pitchFamily="34" charset="0"/>
            </a:endParaRPr>
          </a:p>
        </p:txBody>
      </p:sp>
      <p:sp>
        <p:nvSpPr>
          <p:cNvPr id="7" name="Slide Number Placeholder 12">
            <a:extLst>
              <a:ext uri="{FF2B5EF4-FFF2-40B4-BE49-F238E27FC236}">
                <a16:creationId xmlns:a16="http://schemas.microsoft.com/office/drawing/2014/main" id="{30D2FE7F-BA46-07B1-8720-FE1CD0EC1EF2}"/>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69D0CACA-AF4F-4200-9BD5-1C2E8E2BA09E}"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A8ACB095-8419-2D69-2F83-D83F00A9F9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122"/>
          <p:cNvSpPr>
            <a:spLocks noGrp="1" noChangeArrowheads="1"/>
          </p:cNvSpPr>
          <p:nvPr>
            <p:ph type="ctrTitle"/>
          </p:nvPr>
        </p:nvSpPr>
        <p:spPr bwMode="auto">
          <a:xfrm>
            <a:off x="4871359" y="819664"/>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5" name="Text Placeholder 6"/>
          <p:cNvSpPr>
            <a:spLocks noGrp="1"/>
          </p:cNvSpPr>
          <p:nvPr>
            <p:ph type="body" sz="quarter" idx="10"/>
          </p:nvPr>
        </p:nvSpPr>
        <p:spPr bwMode="gray">
          <a:xfrm>
            <a:off x="4895297" y="1399538"/>
            <a:ext cx="6017393" cy="3014240"/>
          </a:xfr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3667236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Agenda Slide_opt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C4B57C-87A6-2D8E-8AEF-2EB253DD0D60}"/>
              </a:ext>
            </a:extLst>
          </p:cNvPr>
          <p:cNvSpPr/>
          <p:nvPr/>
        </p:nvSpPr>
        <p:spPr bwMode="auto">
          <a:xfrm>
            <a:off x="0" y="0"/>
            <a:ext cx="12192000" cy="6858000"/>
          </a:xfrm>
          <a:prstGeom prst="rect">
            <a:avLst/>
          </a:prstGeom>
          <a:solidFill>
            <a:srgbClr val="C3082B"/>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D90F2F70-35F0-6BA1-5423-B12E16AB5DF6}"/>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2FB93484-58DA-6CCD-95B6-EC55F3F269AC}"/>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A8FA5C7E-8944-BAA7-F165-1E7FB26BEFE7}"/>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lIns="68577" tIns="34289" rIns="68577" bIns="34289"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6" name="Picture 11" descr="Comviva-O.png">
            <a:extLst>
              <a:ext uri="{FF2B5EF4-FFF2-40B4-BE49-F238E27FC236}">
                <a16:creationId xmlns:a16="http://schemas.microsoft.com/office/drawing/2014/main" id="{3D800B5E-2193-FB2E-CD3D-BFBAE22FF15D}"/>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12">
            <a:extLst>
              <a:ext uri="{FF2B5EF4-FFF2-40B4-BE49-F238E27FC236}">
                <a16:creationId xmlns:a16="http://schemas.microsoft.com/office/drawing/2014/main" id="{E9C8A325-E0BB-DDB2-2E8C-7234CBD7DD5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53DCFCD3-56FA-436C-A3E1-91C7037F7A04}"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7EAF02AA-F00A-7DC1-65BF-C899E60FDB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122"/>
          <p:cNvSpPr>
            <a:spLocks noGrp="1" noChangeArrowheads="1"/>
          </p:cNvSpPr>
          <p:nvPr>
            <p:ph type="ctrTitle"/>
          </p:nvPr>
        </p:nvSpPr>
        <p:spPr bwMode="auto">
          <a:xfrm>
            <a:off x="4871359" y="819664"/>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4" name="Text Placeholder 6"/>
          <p:cNvSpPr>
            <a:spLocks noGrp="1"/>
          </p:cNvSpPr>
          <p:nvPr>
            <p:ph type="body" sz="quarter" idx="10"/>
          </p:nvPr>
        </p:nvSpPr>
        <p:spPr bwMode="gray">
          <a:xfrm>
            <a:off x="4895297" y="1399538"/>
            <a:ext cx="6017393" cy="3014240"/>
          </a:xfr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3399302"/>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genda Slide_opt3">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4F31D5-D499-28F3-189E-8644616B5DB7}"/>
              </a:ext>
            </a:extLst>
          </p:cNvPr>
          <p:cNvSpPr/>
          <p:nvPr/>
        </p:nvSpPr>
        <p:spPr bwMode="auto">
          <a:xfrm>
            <a:off x="0" y="0"/>
            <a:ext cx="12192000" cy="6858000"/>
          </a:xfrm>
          <a:prstGeom prst="rect">
            <a:avLst/>
          </a:prstGeom>
          <a:solidFill>
            <a:srgbClr val="E17522"/>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err="1">
              <a:solidFill>
                <a:schemeClr val="bg1"/>
              </a:solidFill>
              <a:latin typeface="Arial" charset="0"/>
              <a:ea typeface="+mn-ea"/>
              <a:cs typeface="Arial" panose="020B0604020202020204" pitchFamily="34" charset="0"/>
            </a:endParaRPr>
          </a:p>
        </p:txBody>
      </p:sp>
      <p:sp>
        <p:nvSpPr>
          <p:cNvPr id="3" name="White Frame">
            <a:extLst>
              <a:ext uri="{FF2B5EF4-FFF2-40B4-BE49-F238E27FC236}">
                <a16:creationId xmlns:a16="http://schemas.microsoft.com/office/drawing/2014/main" id="{93FB6159-260C-38CF-3CE7-3E22615DE767}"/>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EB4A09B4-2E17-3B1E-23CC-C9F4C7F29BA5}"/>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Rectangle 7">
            <a:extLst>
              <a:ext uri="{FF2B5EF4-FFF2-40B4-BE49-F238E27FC236}">
                <a16:creationId xmlns:a16="http://schemas.microsoft.com/office/drawing/2014/main" id="{8E4A49B5-47FB-FFE4-3153-524C0EA712AD}"/>
              </a:ext>
            </a:extLst>
          </p:cNvPr>
          <p:cNvSpPr>
            <a:spLocks noChangeArrowheads="1"/>
          </p:cNvSpPr>
          <p:nvPr/>
        </p:nvSpPr>
        <p:spPr bwMode="gray">
          <a:xfrm>
            <a:off x="4648200" y="692150"/>
            <a:ext cx="6970713" cy="4691063"/>
          </a:xfrm>
          <a:prstGeom prst="rect">
            <a:avLst/>
          </a:prstGeom>
          <a:solidFill>
            <a:schemeClr val="bg1"/>
          </a:solidFill>
          <a:ln>
            <a:noFill/>
          </a:ln>
        </p:spPr>
        <p:txBody>
          <a:bodyPr wrap="none" lIns="68577" tIns="34289" rIns="68577" bIns="34289" anchor="b"/>
          <a:lstStyle/>
          <a:p>
            <a:pPr>
              <a:spcBef>
                <a:spcPct val="50000"/>
              </a:spcBef>
              <a:defRPr/>
            </a:pPr>
            <a:endParaRPr lang="en-US" sz="1350" dirty="0">
              <a:solidFill>
                <a:srgbClr val="FFFFFF"/>
              </a:solidFill>
              <a:ea typeface="+mn-ea"/>
              <a:cs typeface="Arial" panose="020B0604020202020204" pitchFamily="34" charset="0"/>
            </a:endParaRPr>
          </a:p>
        </p:txBody>
      </p:sp>
      <p:pic>
        <p:nvPicPr>
          <p:cNvPr id="6" name="Picture 11" descr="Comviva-O.png">
            <a:extLst>
              <a:ext uri="{FF2B5EF4-FFF2-40B4-BE49-F238E27FC236}">
                <a16:creationId xmlns:a16="http://schemas.microsoft.com/office/drawing/2014/main" id="{E0D57296-7C99-18BA-EC8F-D74BF83122C3}"/>
              </a:ext>
            </a:extLst>
          </p:cNvPr>
          <p:cNvPicPr>
            <a:picLocks noChangeAspect="1"/>
          </p:cNvPicPr>
          <p:nvPr/>
        </p:nvPicPr>
        <p:blipFill>
          <a:blip r:embed="rId2">
            <a:extLst>
              <a:ext uri="{28A0092B-C50C-407E-A947-70E740481C1C}">
                <a14:useLocalDpi xmlns:a14="http://schemas.microsoft.com/office/drawing/2010/main" val="0"/>
              </a:ext>
            </a:extLst>
          </a:blip>
          <a:srcRect l="2524" r="56628" b="14366"/>
          <a:stretch>
            <a:fillRect/>
          </a:stretch>
        </p:blipFill>
        <p:spPr bwMode="auto">
          <a:xfrm>
            <a:off x="307975" y="-7938"/>
            <a:ext cx="4979988" cy="587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12">
            <a:extLst>
              <a:ext uri="{FF2B5EF4-FFF2-40B4-BE49-F238E27FC236}">
                <a16:creationId xmlns:a16="http://schemas.microsoft.com/office/drawing/2014/main" id="{587351B4-D875-5961-8356-6E6593B0E394}"/>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26D8C4A5-77A1-4A02-97BA-DA1910DDA773}"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8" name="Picture 13" descr="Orb.png">
            <a:extLst>
              <a:ext uri="{FF2B5EF4-FFF2-40B4-BE49-F238E27FC236}">
                <a16:creationId xmlns:a16="http://schemas.microsoft.com/office/drawing/2014/main" id="{DFD26124-0283-02D4-1E4F-7049F20E18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22"/>
          <p:cNvSpPr>
            <a:spLocks noGrp="1" noChangeArrowheads="1"/>
          </p:cNvSpPr>
          <p:nvPr>
            <p:ph type="ctrTitle"/>
          </p:nvPr>
        </p:nvSpPr>
        <p:spPr bwMode="auto">
          <a:xfrm>
            <a:off x="4871359" y="819664"/>
            <a:ext cx="6048375" cy="311624"/>
          </a:xfrm>
          <a:ln>
            <a:noFill/>
          </a:ln>
        </p:spPr>
        <p:txBody>
          <a:bodyPr tIns="0"/>
          <a:lstStyle>
            <a:lvl1pPr>
              <a:lnSpc>
                <a:spcPct val="90000"/>
              </a:lnSpc>
              <a:spcBef>
                <a:spcPts val="450"/>
              </a:spcBef>
              <a:spcAft>
                <a:spcPts val="0"/>
              </a:spcAft>
              <a:defRPr sz="2250" baseline="0">
                <a:solidFill>
                  <a:schemeClr val="tx1"/>
                </a:solidFill>
                <a:latin typeface="Calibri"/>
                <a:cs typeface="Calibri"/>
              </a:defRPr>
            </a:lvl1pPr>
          </a:lstStyle>
          <a:p>
            <a:r>
              <a:rPr lang="en-US"/>
              <a:t>Click to edit Master title style</a:t>
            </a:r>
            <a:endParaRPr lang="en-US" dirty="0"/>
          </a:p>
        </p:txBody>
      </p:sp>
      <p:sp>
        <p:nvSpPr>
          <p:cNvPr id="28" name="Text Placeholder 6"/>
          <p:cNvSpPr>
            <a:spLocks noGrp="1"/>
          </p:cNvSpPr>
          <p:nvPr>
            <p:ph type="body" sz="quarter" idx="10"/>
          </p:nvPr>
        </p:nvSpPr>
        <p:spPr bwMode="gray">
          <a:xfrm>
            <a:off x="4895297" y="1399538"/>
            <a:ext cx="6017393" cy="3014240"/>
          </a:xfrm>
        </p:spPr>
        <p:txBody>
          <a:bodyPr/>
          <a:lstStyle>
            <a:lvl1pPr>
              <a:defRPr sz="1050">
                <a:latin typeface="Calibri"/>
                <a:cs typeface="Calibri"/>
              </a:defRPr>
            </a:lvl1pPr>
            <a:lvl2pPr>
              <a:defRPr sz="1050"/>
            </a:lvl2pPr>
            <a:lvl3pPr>
              <a:defRPr sz="1050"/>
            </a:lvl3pPr>
            <a:lvl4pPr>
              <a:defRPr sz="1050"/>
            </a:lvl4pPr>
            <a:lvl5pP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78366813"/>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ivider Slide_01">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B425741F-CB1D-F85E-BC7D-F1896AA1DEC6}"/>
              </a:ext>
            </a:extLst>
          </p:cNvPr>
          <p:cNvSpPr>
            <a:spLocks noChangeArrowheads="1"/>
          </p:cNvSpPr>
          <p:nvPr/>
        </p:nvSpPr>
        <p:spPr bwMode="gray">
          <a:xfrm>
            <a:off x="0" y="0"/>
            <a:ext cx="12192000" cy="6858000"/>
          </a:xfrm>
          <a:prstGeom prst="rect">
            <a:avLst/>
          </a:prstGeom>
          <a:solidFill>
            <a:srgbClr val="C3082B"/>
          </a:solidFill>
          <a:ln w="9525" algn="ctr">
            <a:noFill/>
            <a:miter lim="800000"/>
            <a:headEnd type="none" w="sm" len="sm"/>
            <a:tailEnd type="none" w="sm" len="sm"/>
          </a:ln>
        </p:spPr>
        <p:txBody>
          <a:bodyPr wrap="none" lIns="68577" tIns="34289" rIns="68577" bIns="34289"/>
          <a:lstStyle/>
          <a:p>
            <a:pPr eaLnBrk="1" fontAlgn="auto" hangingPunct="1">
              <a:tabLst>
                <a:tab pos="172625" algn="l"/>
              </a:tabLst>
              <a:defRPr/>
            </a:pPr>
            <a:endParaRPr lang="en-US" sz="825" kern="0" dirty="0">
              <a:solidFill>
                <a:schemeClr val="bg1"/>
              </a:solidFill>
              <a:ea typeface="+mn-ea"/>
              <a:cs typeface="Arial" panose="020B0604020202020204" pitchFamily="34" charset="0"/>
            </a:endParaRPr>
          </a:p>
        </p:txBody>
      </p:sp>
      <p:pic>
        <p:nvPicPr>
          <p:cNvPr id="4" name="Picture 7" descr="Comviva-O.png">
            <a:extLst>
              <a:ext uri="{FF2B5EF4-FFF2-40B4-BE49-F238E27FC236}">
                <a16:creationId xmlns:a16="http://schemas.microsoft.com/office/drawing/2014/main" id="{BE5EB35C-B087-4613-2F4D-E195728F73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2">
            <a:extLst>
              <a:ext uri="{FF2B5EF4-FFF2-40B4-BE49-F238E27FC236}">
                <a16:creationId xmlns:a16="http://schemas.microsoft.com/office/drawing/2014/main" id="{ADDD5098-005F-E0D8-8E13-8E35FE7098CF}"/>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7FC56B94-0793-4B2F-B91F-05CF4705F238}" type="slidenum">
              <a:rPr lang="en-US" altLang="en-US" sz="500" smtClean="0">
                <a:solidFill>
                  <a:srgbClr val="FFFFB2"/>
                </a:solidFill>
              </a:rPr>
              <a:pPr>
                <a:lnSpc>
                  <a:spcPct val="90000"/>
                </a:lnSpc>
                <a:spcAft>
                  <a:spcPts val="450"/>
                </a:spcAft>
                <a:defRPr/>
              </a:pPr>
              <a:t>‹#›</a:t>
            </a:fld>
            <a:r>
              <a:rPr lang="en-US" altLang="en-US" sz="500">
                <a:solidFill>
                  <a:srgbClr val="FFFFB2"/>
                </a:solidFill>
              </a:rPr>
              <a:t>	© 2019 Comviva Technologies Limited. All rights reserved.</a:t>
            </a:r>
          </a:p>
        </p:txBody>
      </p:sp>
      <p:sp>
        <p:nvSpPr>
          <p:cNvPr id="3" name="Title 2"/>
          <p:cNvSpPr>
            <a:spLocks noGrp="1"/>
          </p:cNvSpPr>
          <p:nvPr>
            <p:ph type="title"/>
          </p:nvPr>
        </p:nvSpPr>
        <p:spPr bwMode="gray">
          <a:xfrm>
            <a:off x="615949" y="4046299"/>
            <a:ext cx="11576051" cy="424728"/>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19276918"/>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vider Slide_02">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7F1309C5-B025-2235-83FD-56C9EFFDFA47}"/>
              </a:ext>
            </a:extLst>
          </p:cNvPr>
          <p:cNvSpPr>
            <a:spLocks noChangeArrowheads="1"/>
          </p:cNvSpPr>
          <p:nvPr/>
        </p:nvSpPr>
        <p:spPr bwMode="gray">
          <a:xfrm>
            <a:off x="0" y="0"/>
            <a:ext cx="12192000" cy="6858000"/>
          </a:xfrm>
          <a:prstGeom prst="rect">
            <a:avLst/>
          </a:prstGeom>
          <a:solidFill>
            <a:srgbClr val="E17522"/>
          </a:solidFill>
          <a:ln w="9525" algn="ctr">
            <a:noFill/>
            <a:miter lim="800000"/>
            <a:headEnd type="none" w="sm" len="sm"/>
            <a:tailEnd type="none" w="sm" len="sm"/>
          </a:ln>
        </p:spPr>
        <p:txBody>
          <a:bodyPr wrap="none" lIns="68577" tIns="34289" rIns="68577" bIns="34289"/>
          <a:lstStyle/>
          <a:p>
            <a:pPr eaLnBrk="1" fontAlgn="auto" hangingPunct="1">
              <a:tabLst>
                <a:tab pos="172625" algn="l"/>
              </a:tabLst>
              <a:defRPr/>
            </a:pPr>
            <a:endParaRPr lang="en-US" sz="825" kern="0" dirty="0">
              <a:solidFill>
                <a:schemeClr val="bg1"/>
              </a:solidFill>
              <a:ea typeface="+mn-ea"/>
              <a:cs typeface="Arial" panose="020B0604020202020204" pitchFamily="34" charset="0"/>
            </a:endParaRPr>
          </a:p>
        </p:txBody>
      </p:sp>
      <p:pic>
        <p:nvPicPr>
          <p:cNvPr id="3" name="Picture 7" descr="Comviva-O.png">
            <a:extLst>
              <a:ext uri="{FF2B5EF4-FFF2-40B4-BE49-F238E27FC236}">
                <a16:creationId xmlns:a16="http://schemas.microsoft.com/office/drawing/2014/main" id="{19284CA5-9C99-834E-9D67-AE6AB21BE1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2">
            <a:extLst>
              <a:ext uri="{FF2B5EF4-FFF2-40B4-BE49-F238E27FC236}">
                <a16:creationId xmlns:a16="http://schemas.microsoft.com/office/drawing/2014/main" id="{0E85C046-4DA3-DDCC-40EB-42A83D3988C8}"/>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BFF01F2F-B91D-46BE-958C-487E8FCC65CC}" type="slidenum">
              <a:rPr lang="en-US" altLang="en-US" sz="500" smtClean="0">
                <a:solidFill>
                  <a:srgbClr val="FFFFB2"/>
                </a:solidFill>
              </a:rPr>
              <a:pPr>
                <a:lnSpc>
                  <a:spcPct val="90000"/>
                </a:lnSpc>
                <a:spcAft>
                  <a:spcPts val="450"/>
                </a:spcAft>
                <a:defRPr/>
              </a:pPr>
              <a:t>‹#›</a:t>
            </a:fld>
            <a:r>
              <a:rPr lang="en-US" altLang="en-US" sz="500">
                <a:solidFill>
                  <a:srgbClr val="FFFFB2"/>
                </a:solidFill>
              </a:rPr>
              <a:t>	© 2019 Comviva Technologies Limited. All rights reserved.</a:t>
            </a:r>
          </a:p>
        </p:txBody>
      </p:sp>
      <p:sp>
        <p:nvSpPr>
          <p:cNvPr id="11" name="Title 2"/>
          <p:cNvSpPr>
            <a:spLocks noGrp="1"/>
          </p:cNvSpPr>
          <p:nvPr>
            <p:ph type="title"/>
          </p:nvPr>
        </p:nvSpPr>
        <p:spPr bwMode="gray">
          <a:xfrm>
            <a:off x="615949" y="4046299"/>
            <a:ext cx="11576051" cy="424728"/>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365653633"/>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ivider Slide_03">
    <p:spTree>
      <p:nvGrpSpPr>
        <p:cNvPr id="1" name=""/>
        <p:cNvGrpSpPr/>
        <p:nvPr/>
      </p:nvGrpSpPr>
      <p:grpSpPr>
        <a:xfrm>
          <a:off x="0" y="0"/>
          <a:ext cx="0" cy="0"/>
          <a:chOff x="0" y="0"/>
          <a:chExt cx="0" cy="0"/>
        </a:xfrm>
      </p:grpSpPr>
      <p:sp>
        <p:nvSpPr>
          <p:cNvPr id="2" name="Rectangle 160">
            <a:extLst>
              <a:ext uri="{FF2B5EF4-FFF2-40B4-BE49-F238E27FC236}">
                <a16:creationId xmlns:a16="http://schemas.microsoft.com/office/drawing/2014/main" id="{31F05D87-D2EA-A467-4298-DA3F20FCE2B7}"/>
              </a:ext>
            </a:extLst>
          </p:cNvPr>
          <p:cNvSpPr>
            <a:spLocks noChangeArrowheads="1"/>
          </p:cNvSpPr>
          <p:nvPr/>
        </p:nvSpPr>
        <p:spPr bwMode="gray">
          <a:xfrm>
            <a:off x="0" y="0"/>
            <a:ext cx="12192000" cy="6858000"/>
          </a:xfrm>
          <a:prstGeom prst="rect">
            <a:avLst/>
          </a:prstGeom>
          <a:solidFill>
            <a:schemeClr val="tx1">
              <a:lumMod val="85000"/>
              <a:lumOff val="15000"/>
            </a:schemeClr>
          </a:solidFill>
          <a:ln w="9525" algn="ctr">
            <a:noFill/>
            <a:miter lim="800000"/>
            <a:headEnd type="none" w="sm" len="sm"/>
            <a:tailEnd type="none" w="sm" len="sm"/>
          </a:ln>
        </p:spPr>
        <p:txBody>
          <a:bodyPr wrap="none" lIns="68577" tIns="34289" rIns="68577" bIns="34289"/>
          <a:lstStyle/>
          <a:p>
            <a:pPr eaLnBrk="1" fontAlgn="auto" hangingPunct="1">
              <a:tabLst>
                <a:tab pos="172625" algn="l"/>
              </a:tabLst>
              <a:defRPr/>
            </a:pPr>
            <a:endParaRPr lang="en-US" sz="825" kern="0" dirty="0">
              <a:solidFill>
                <a:schemeClr val="bg1"/>
              </a:solidFill>
              <a:ea typeface="+mn-ea"/>
              <a:cs typeface="Arial" panose="020B0604020202020204" pitchFamily="34" charset="0"/>
            </a:endParaRPr>
          </a:p>
        </p:txBody>
      </p:sp>
      <p:pic>
        <p:nvPicPr>
          <p:cNvPr id="3" name="Picture 7" descr="Comviva-O.png">
            <a:extLst>
              <a:ext uri="{FF2B5EF4-FFF2-40B4-BE49-F238E27FC236}">
                <a16:creationId xmlns:a16="http://schemas.microsoft.com/office/drawing/2014/main" id="{ECA4AF6D-4DCB-17D5-F2AC-DF904FFC0D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2">
            <a:extLst>
              <a:ext uri="{FF2B5EF4-FFF2-40B4-BE49-F238E27FC236}">
                <a16:creationId xmlns:a16="http://schemas.microsoft.com/office/drawing/2014/main" id="{A80C3972-44FA-98C4-71D3-63A39930972E}"/>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EE2C9C3C-1481-476C-86D6-0B31FAEBA7B8}" type="slidenum">
              <a:rPr lang="en-US" altLang="en-US" sz="500" smtClean="0">
                <a:solidFill>
                  <a:srgbClr val="FFFFB2"/>
                </a:solidFill>
              </a:rPr>
              <a:pPr>
                <a:lnSpc>
                  <a:spcPct val="90000"/>
                </a:lnSpc>
                <a:spcAft>
                  <a:spcPts val="450"/>
                </a:spcAft>
                <a:defRPr/>
              </a:pPr>
              <a:t>‹#›</a:t>
            </a:fld>
            <a:r>
              <a:rPr lang="en-US" altLang="en-US" sz="500">
                <a:solidFill>
                  <a:srgbClr val="FFFFB2"/>
                </a:solidFill>
              </a:rPr>
              <a:t>	© 2019 Comviva Technologies Limited. All rights reserved.</a:t>
            </a:r>
          </a:p>
        </p:txBody>
      </p:sp>
      <p:sp>
        <p:nvSpPr>
          <p:cNvPr id="11" name="Title 2"/>
          <p:cNvSpPr>
            <a:spLocks noGrp="1"/>
          </p:cNvSpPr>
          <p:nvPr>
            <p:ph type="title"/>
          </p:nvPr>
        </p:nvSpPr>
        <p:spPr bwMode="gray">
          <a:xfrm>
            <a:off x="615949" y="4046299"/>
            <a:ext cx="11576051" cy="424728"/>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600384244"/>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Slide_01">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lang="en-US"/>
              <a:t>Click to edit Master title style</a:t>
            </a:r>
            <a:endParaRPr lang="en-US" dirty="0"/>
          </a:p>
        </p:txBody>
      </p:sp>
      <p:sp>
        <p:nvSpPr>
          <p:cNvPr id="7" name="Text Placeholder 6"/>
          <p:cNvSpPr>
            <a:spLocks noGrp="1"/>
          </p:cNvSpPr>
          <p:nvPr>
            <p:ph type="body" sz="quarter" idx="10"/>
          </p:nvPr>
        </p:nvSpPr>
        <p:spPr bwMode="gray"/>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0203880"/>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Slide_02">
    <p:spTree>
      <p:nvGrpSpPr>
        <p:cNvPr id="1" name=""/>
        <p:cNvGrpSpPr/>
        <p:nvPr/>
      </p:nvGrpSpPr>
      <p:grpSpPr>
        <a:xfrm>
          <a:off x="0" y="0"/>
          <a:ext cx="0" cy="0"/>
          <a:chOff x="0" y="0"/>
          <a:chExt cx="0" cy="0"/>
        </a:xfrm>
      </p:grpSpPr>
      <p:sp>
        <p:nvSpPr>
          <p:cNvPr id="4" name="Title 3"/>
          <p:cNvSpPr>
            <a:spLocks noGrp="1"/>
          </p:cNvSpPr>
          <p:nvPr>
            <p:ph type="title"/>
          </p:nvPr>
        </p:nvSpPr>
        <p:spPr bwMode="auto"/>
        <p:txBody>
          <a:bodyPr/>
          <a:lstStyle/>
          <a:p>
            <a:r>
              <a:rPr lang="en-US"/>
              <a:t>Click to edit Master title style</a:t>
            </a:r>
            <a:endParaRPr lang="en-US" dirty="0"/>
          </a:p>
        </p:txBody>
      </p:sp>
      <p:sp>
        <p:nvSpPr>
          <p:cNvPr id="3" name="Text Placeholder 2"/>
          <p:cNvSpPr>
            <a:spLocks noGrp="1"/>
          </p:cNvSpPr>
          <p:nvPr>
            <p:ph type="body" sz="quarter" idx="10"/>
          </p:nvPr>
        </p:nvSpPr>
        <p:spPr bwMode="gray">
          <a:xfrm>
            <a:off x="460375" y="1325565"/>
            <a:ext cx="11420475" cy="4554537"/>
          </a:xfrm>
        </p:spPr>
        <p:txBody>
          <a:bodyPr/>
          <a:lstStyle>
            <a:lvl1pPr marL="308598" indent="-308598">
              <a:buFont typeface="+mj-lt"/>
              <a:buAutoNum type="arabicPeriod"/>
              <a:defRPr/>
            </a:lvl1pPr>
            <a:lvl2pPr marL="582907">
              <a:defRPr/>
            </a:lvl2pPr>
            <a:lvl3pPr marL="788639">
              <a:defRPr/>
            </a:lvl3pPr>
            <a:lvl4pPr marL="1028659">
              <a:defRPr/>
            </a:lvl4pPr>
            <a:lvl5pPr marL="1234391">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023813"/>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 Slide_03">
    <p:spTree>
      <p:nvGrpSpPr>
        <p:cNvPr id="1" name=""/>
        <p:cNvGrpSpPr/>
        <p:nvPr/>
      </p:nvGrpSpPr>
      <p:grpSpPr>
        <a:xfrm>
          <a:off x="0" y="0"/>
          <a:ext cx="0" cy="0"/>
          <a:chOff x="0" y="0"/>
          <a:chExt cx="0" cy="0"/>
        </a:xfrm>
      </p:grpSpPr>
      <p:sp>
        <p:nvSpPr>
          <p:cNvPr id="4" name="Title 3"/>
          <p:cNvSpPr>
            <a:spLocks noGrp="1"/>
          </p:cNvSpPr>
          <p:nvPr>
            <p:ph type="title"/>
          </p:nvPr>
        </p:nvSpPr>
        <p:spPr bwMode="auto"/>
        <p:txBody>
          <a:bodyPr/>
          <a:lstStyle/>
          <a:p>
            <a:r>
              <a:rPr lang="en-US"/>
              <a:t>Click to edit Master title style</a:t>
            </a:r>
            <a:endParaRPr lang="en-US" dirty="0"/>
          </a:p>
        </p:txBody>
      </p:sp>
      <p:sp>
        <p:nvSpPr>
          <p:cNvPr id="3" name="Text Placeholder 2"/>
          <p:cNvSpPr>
            <a:spLocks noGrp="1"/>
          </p:cNvSpPr>
          <p:nvPr>
            <p:ph type="body" sz="quarter" idx="10"/>
          </p:nvPr>
        </p:nvSpPr>
        <p:spPr bwMode="gray">
          <a:xfrm>
            <a:off x="460375" y="1325565"/>
            <a:ext cx="11420475" cy="4554537"/>
          </a:xfrm>
        </p:spPr>
        <p:txBody>
          <a:bodyPr/>
          <a:lstStyle>
            <a:lvl1pPr marL="308598" indent="-308598">
              <a:buClrTx/>
              <a:buFont typeface="+mj-lt"/>
              <a:buAutoNum type="arabicPeriod"/>
              <a:defRPr>
                <a:solidFill>
                  <a:srgbClr val="919191"/>
                </a:solidFill>
              </a:defRPr>
            </a:lvl1pPr>
            <a:lvl2pPr marL="582907">
              <a:buClrTx/>
              <a:defRPr>
                <a:solidFill>
                  <a:srgbClr val="919191"/>
                </a:solidFill>
              </a:defRPr>
            </a:lvl2pPr>
            <a:lvl3pPr marL="788639">
              <a:buClrTx/>
              <a:defRPr>
                <a:solidFill>
                  <a:srgbClr val="919191"/>
                </a:solidFill>
              </a:defRPr>
            </a:lvl3pPr>
            <a:lvl4pPr marL="1028659">
              <a:buClrTx/>
              <a:defRPr>
                <a:solidFill>
                  <a:srgbClr val="919191"/>
                </a:solidFill>
              </a:defRPr>
            </a:lvl4pPr>
            <a:lvl5pPr marL="1234391">
              <a:buClrTx/>
              <a:defRPr>
                <a:solidFill>
                  <a:srgbClr val="91919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33949881"/>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 Slide_04">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bwMode="gray">
          <a:xfrm>
            <a:off x="304801" y="1325565"/>
            <a:ext cx="5670551"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2"/>
          </p:nvPr>
        </p:nvSpPr>
        <p:spPr bwMode="gray">
          <a:xfrm>
            <a:off x="6218239" y="1325565"/>
            <a:ext cx="5662612"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bwMode="auto"/>
        <p:txBody>
          <a:bodyPr/>
          <a:lstStyle/>
          <a:p>
            <a:r>
              <a:rPr lang="en-US"/>
              <a:t>Click to edit Master title style</a:t>
            </a:r>
            <a:endParaRPr lang="en-US" dirty="0"/>
          </a:p>
        </p:txBody>
      </p:sp>
    </p:spTree>
    <p:extLst>
      <p:ext uri="{BB962C8B-B14F-4D97-AF65-F5344CB8AC3E}">
        <p14:creationId xmlns:p14="http://schemas.microsoft.com/office/powerpoint/2010/main" val="163414938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 Slide_05">
    <p:spTree>
      <p:nvGrpSpPr>
        <p:cNvPr id="1" name=""/>
        <p:cNvGrpSpPr/>
        <p:nvPr/>
      </p:nvGrpSpPr>
      <p:grpSpPr>
        <a:xfrm>
          <a:off x="0" y="0"/>
          <a:ext cx="0" cy="0"/>
          <a:chOff x="0" y="0"/>
          <a:chExt cx="0" cy="0"/>
        </a:xfrm>
      </p:grpSpPr>
      <p:sp>
        <p:nvSpPr>
          <p:cNvPr id="14" name="Text Placeholder 13"/>
          <p:cNvSpPr>
            <a:spLocks noGrp="1"/>
          </p:cNvSpPr>
          <p:nvPr>
            <p:ph type="body" sz="quarter" idx="17"/>
          </p:nvPr>
        </p:nvSpPr>
        <p:spPr bwMode="gray">
          <a:xfrm>
            <a:off x="304800" y="945755"/>
            <a:ext cx="11576051" cy="1029537"/>
          </a:xfrm>
          <a:solidFill>
            <a:srgbClr val="E17522"/>
          </a:solidFill>
        </p:spPr>
        <p:txBody>
          <a:bodyPr rIns="91436" anchor="ctr"/>
          <a:lstStyle>
            <a:lvl1pPr marL="109724" indent="0">
              <a:lnSpc>
                <a:spcPct val="90000"/>
              </a:lnSpc>
              <a:buNone/>
              <a:defRPr>
                <a:solidFill>
                  <a:schemeClr val="bg1"/>
                </a:solidFill>
              </a:defRPr>
            </a:lvl1pPr>
          </a:lstStyle>
          <a:p>
            <a:pPr lvl="0"/>
            <a:r>
              <a:rPr lang="en-US"/>
              <a:t>Click to edit Master text styles</a:t>
            </a:r>
          </a:p>
        </p:txBody>
      </p:sp>
      <p:sp>
        <p:nvSpPr>
          <p:cNvPr id="4" name="Title 3"/>
          <p:cNvSpPr>
            <a:spLocks noGrp="1"/>
          </p:cNvSpPr>
          <p:nvPr>
            <p:ph type="title"/>
          </p:nvPr>
        </p:nvSpPr>
        <p:spPr bwMode="auto"/>
        <p:txBody>
          <a:bodyPr/>
          <a:lstStyle/>
          <a:p>
            <a:r>
              <a:rPr lang="en-US"/>
              <a:t>Click to edit Master title style</a:t>
            </a:r>
            <a:endParaRPr lang="en-US" dirty="0"/>
          </a:p>
        </p:txBody>
      </p:sp>
      <p:sp>
        <p:nvSpPr>
          <p:cNvPr id="3" name="Text Placeholder 2"/>
          <p:cNvSpPr>
            <a:spLocks noGrp="1"/>
          </p:cNvSpPr>
          <p:nvPr>
            <p:ph type="body" sz="quarter" idx="18"/>
          </p:nvPr>
        </p:nvSpPr>
        <p:spPr bwMode="gray">
          <a:xfrm>
            <a:off x="317500" y="2111378"/>
            <a:ext cx="5657851" cy="3768725"/>
          </a:xfrm>
        </p:spPr>
        <p:txBody>
          <a:bodyPr/>
          <a:lstStyle>
            <a:lvl1pPr marL="0" indent="0">
              <a:buFontTx/>
              <a:buNone/>
              <a:defRPr sz="1800" b="1"/>
            </a:lvl1pPr>
            <a:lvl2pPr marL="205732" indent="-205732">
              <a:buClr>
                <a:srgbClr val="E17522"/>
              </a:buClr>
              <a:buFont typeface="Wingdings" panose="05000000000000000000" pitchFamily="2" charset="2"/>
              <a:buChar char="§"/>
              <a:defRPr sz="1800"/>
            </a:lvl2pPr>
            <a:lvl3pPr marL="445752" indent="-205732">
              <a:buClr>
                <a:srgbClr val="E17522"/>
              </a:buClr>
              <a:buFont typeface="Arial" panose="020B0604020202020204" pitchFamily="34" charset="0"/>
              <a:buChar char="–"/>
              <a:defRPr sz="1650"/>
            </a:lvl3pPr>
            <a:lvl4pPr marL="651484" indent="-205732">
              <a:buClr>
                <a:srgbClr val="E17522"/>
              </a:buClr>
              <a:buFont typeface="Wingdings" panose="05000000000000000000" pitchFamily="2" charset="2"/>
              <a:buChar char="§"/>
              <a:defRPr sz="1500"/>
            </a:lvl4pPr>
            <a:lvl5pPr marL="891504" indent="-205732">
              <a:buClr>
                <a:srgbClr val="E17522"/>
              </a:buClr>
              <a:buFont typeface="Arial" panose="020B0604020202020204"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9"/>
          </p:nvPr>
        </p:nvSpPr>
        <p:spPr bwMode="gray">
          <a:xfrm>
            <a:off x="6218239" y="2111378"/>
            <a:ext cx="5662612" cy="3768725"/>
          </a:xfrm>
        </p:spPr>
        <p:txBody>
          <a:bodyPr/>
          <a:lstStyle>
            <a:lvl1pPr marL="0" indent="0">
              <a:buNone/>
              <a:defRPr sz="1800" b="1"/>
            </a:lvl1pPr>
            <a:lvl2pPr marL="205732" indent="-205732">
              <a:buClr>
                <a:srgbClr val="E17522"/>
              </a:buClr>
              <a:buFont typeface="Wingdings" panose="05000000000000000000" pitchFamily="2" charset="2"/>
              <a:buChar char="§"/>
              <a:defRPr sz="1800"/>
            </a:lvl2pPr>
            <a:lvl3pPr marL="445752" indent="-205732">
              <a:buClr>
                <a:srgbClr val="E17522"/>
              </a:buClr>
              <a:buFont typeface="Arial" panose="020B0604020202020204" pitchFamily="34" charset="0"/>
              <a:buChar char="–"/>
              <a:defRPr sz="1650"/>
            </a:lvl3pPr>
            <a:lvl4pPr marL="651484" indent="-205732">
              <a:buClr>
                <a:srgbClr val="E17522"/>
              </a:buClr>
              <a:buFont typeface="Wingdings" panose="05000000000000000000" pitchFamily="2" charset="2"/>
              <a:buChar char="§"/>
              <a:defRPr sz="1500"/>
            </a:lvl4pPr>
            <a:lvl5pPr marL="891504" indent="-205732">
              <a:buClr>
                <a:srgbClr val="E17522"/>
              </a:buClr>
              <a:buFont typeface="Arial" panose="020B0604020202020204"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3113865"/>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 Slide_06">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bwMode="gray">
          <a:xfrm>
            <a:off x="304802" y="1325565"/>
            <a:ext cx="11576049" cy="4554536"/>
          </a:xfrm>
        </p:spPr>
        <p:txBody>
          <a:bodyPr/>
          <a:lstStyle>
            <a:lvl1pPr marL="308360" indent="-308360">
              <a:buClr>
                <a:schemeClr val="accent6"/>
              </a:buClr>
              <a:buFont typeface="Wingdings" panose="05000000000000000000" pitchFamily="2" charset="2"/>
              <a:buChar char="ü"/>
              <a:defRPr/>
            </a:lvl1pPr>
            <a:lvl2pPr marL="582907" indent="-205732">
              <a:buClr>
                <a:schemeClr val="accent6"/>
              </a:buClr>
              <a:defRPr/>
            </a:lvl2pPr>
            <a:lvl3pPr marL="788639" indent="-204770">
              <a:buClr>
                <a:schemeClr val="accent6"/>
              </a:buClr>
              <a:buFont typeface="Wingdings" panose="05000000000000000000" pitchFamily="2" charset="2"/>
              <a:buChar char="§"/>
              <a:defRPr/>
            </a:lvl3pPr>
            <a:lvl4pPr marL="1028659" indent="-205732">
              <a:buClr>
                <a:schemeClr val="accent6"/>
              </a:buClr>
              <a:buFont typeface="Arial" panose="020B0604020202020204" pitchFamily="34" charset="0"/>
              <a:buChar cha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p:cNvSpPr>
            <a:spLocks noGrp="1"/>
          </p:cNvSpPr>
          <p:nvPr>
            <p:ph type="title"/>
          </p:nvPr>
        </p:nvSpPr>
        <p:spPr bwMode="auto"/>
        <p:txBody>
          <a:bodyPr/>
          <a:lstStyle/>
          <a:p>
            <a:r>
              <a:rPr lang="en-US"/>
              <a:t>Click to edit Master title style</a:t>
            </a:r>
            <a:endParaRPr lang="en-US" dirty="0"/>
          </a:p>
        </p:txBody>
      </p:sp>
    </p:spTree>
    <p:extLst>
      <p:ext uri="{BB962C8B-B14F-4D97-AF65-F5344CB8AC3E}">
        <p14:creationId xmlns:p14="http://schemas.microsoft.com/office/powerpoint/2010/main" val="3775541490"/>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tent Slide_07">
    <p:spTree>
      <p:nvGrpSpPr>
        <p:cNvPr id="1" name=""/>
        <p:cNvGrpSpPr/>
        <p:nvPr/>
      </p:nvGrpSpPr>
      <p:grpSpPr>
        <a:xfrm>
          <a:off x="0" y="0"/>
          <a:ext cx="0" cy="0"/>
          <a:chOff x="0" y="0"/>
          <a:chExt cx="0" cy="0"/>
        </a:xfrm>
      </p:grpSpPr>
      <p:sp>
        <p:nvSpPr>
          <p:cNvPr id="7" name="Title 6"/>
          <p:cNvSpPr>
            <a:spLocks noGrp="1"/>
          </p:cNvSpPr>
          <p:nvPr>
            <p:ph type="title"/>
          </p:nvPr>
        </p:nvSpPr>
        <p:spPr bwMode="auto"/>
        <p:txBody>
          <a:bodyPr/>
          <a:lstStyle/>
          <a:p>
            <a:r>
              <a:rPr lang="en-US"/>
              <a:t>Click to edit Master title style</a:t>
            </a:r>
            <a:endParaRPr lang="en-US" dirty="0"/>
          </a:p>
        </p:txBody>
      </p:sp>
      <p:sp>
        <p:nvSpPr>
          <p:cNvPr id="3" name="Text Placeholder 2"/>
          <p:cNvSpPr>
            <a:spLocks noGrp="1"/>
          </p:cNvSpPr>
          <p:nvPr>
            <p:ph type="body" sz="quarter" idx="10"/>
          </p:nvPr>
        </p:nvSpPr>
        <p:spPr bwMode="gray">
          <a:xfrm>
            <a:off x="304800" y="1325565"/>
            <a:ext cx="11576051" cy="4554537"/>
          </a:xfrm>
        </p:spPr>
        <p:txBody>
          <a:bodyPr/>
          <a:lstStyle>
            <a:lvl1pPr marL="0" indent="0">
              <a:lnSpc>
                <a:spcPct val="90000"/>
              </a:lnSpc>
              <a:buNone/>
              <a:defRPr b="1"/>
            </a:lvl1pPr>
            <a:lvl2pPr marL="411464" indent="-205732">
              <a:lnSpc>
                <a:spcPct val="90000"/>
              </a:lnSpc>
              <a:buClr>
                <a:srgbClr val="C3082B"/>
              </a:buClr>
              <a:buFont typeface="Wingdings" panose="05000000000000000000" pitchFamily="2" charset="2"/>
              <a:buChar char="§"/>
              <a:defRPr/>
            </a:lvl2pPr>
            <a:lvl3pPr marL="651484" indent="-205732">
              <a:lnSpc>
                <a:spcPct val="90000"/>
              </a:lnSpc>
              <a:buClr>
                <a:srgbClr val="C3082B"/>
              </a:buClr>
              <a:buFont typeface="Arial" panose="020B0604020202020204" pitchFamily="34" charset="0"/>
              <a:buChar char="–"/>
              <a:defRPr/>
            </a:lvl3pPr>
            <a:lvl4pPr marL="857216" indent="-205732">
              <a:lnSpc>
                <a:spcPct val="90000"/>
              </a:lnSpc>
              <a:buClr>
                <a:srgbClr val="C3082B"/>
              </a:buClr>
              <a:buFont typeface="Wingdings" panose="05000000000000000000" pitchFamily="2" charset="2"/>
              <a:buChar char="§"/>
              <a:defRPr/>
            </a:lvl4pPr>
            <a:lvl5pPr marL="1097236" indent="-205732">
              <a:lnSpc>
                <a:spcPct val="90000"/>
              </a:lnSpc>
              <a:buClr>
                <a:srgbClr val="C3082B"/>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470416"/>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ntent Slide_08">
    <p:spTree>
      <p:nvGrpSpPr>
        <p:cNvPr id="1" name=""/>
        <p:cNvGrpSpPr/>
        <p:nvPr/>
      </p:nvGrpSpPr>
      <p:grpSpPr>
        <a:xfrm>
          <a:off x="0" y="0"/>
          <a:ext cx="0" cy="0"/>
          <a:chOff x="0" y="0"/>
          <a:chExt cx="0" cy="0"/>
        </a:xfrm>
      </p:grpSpPr>
      <p:sp>
        <p:nvSpPr>
          <p:cNvPr id="4" name="Title 3"/>
          <p:cNvSpPr>
            <a:spLocks noGrp="1"/>
          </p:cNvSpPr>
          <p:nvPr>
            <p:ph type="title"/>
          </p:nvPr>
        </p:nvSpPr>
        <p:spPr bwMode="auto"/>
        <p:txBody>
          <a:bodyPr/>
          <a:lstStyle/>
          <a:p>
            <a:r>
              <a:rPr lang="en-US"/>
              <a:t>Click to edit Master title style</a:t>
            </a:r>
            <a:endParaRPr lang="en-US" dirty="0"/>
          </a:p>
        </p:txBody>
      </p:sp>
      <p:sp>
        <p:nvSpPr>
          <p:cNvPr id="3" name="Text Placeholder 2"/>
          <p:cNvSpPr>
            <a:spLocks noGrp="1"/>
          </p:cNvSpPr>
          <p:nvPr>
            <p:ph type="body" sz="quarter" idx="10"/>
          </p:nvPr>
        </p:nvSpPr>
        <p:spPr bwMode="gray">
          <a:xfrm>
            <a:off x="304800" y="1325565"/>
            <a:ext cx="11576051" cy="4554537"/>
          </a:xfrm>
        </p:spPr>
        <p:txBody>
          <a:bodyPr/>
          <a:lstStyle>
            <a:lvl1pPr marL="274309" indent="-274309">
              <a:spcBef>
                <a:spcPts val="225"/>
              </a:spcBef>
              <a:buSzPct val="80000"/>
              <a:buFont typeface="Wingdings 3" panose="05040102010807070707" pitchFamily="18" charset="2"/>
              <a:buChar char="u"/>
              <a:defRPr b="1"/>
            </a:lvl1pPr>
            <a:lvl2pPr marL="548618">
              <a:spcBef>
                <a:spcPts val="225"/>
              </a:spcBef>
              <a:defRPr/>
            </a:lvl2pPr>
            <a:lvl3pPr marL="754350">
              <a:spcBef>
                <a:spcPts val="225"/>
              </a:spcBef>
              <a:defRPr/>
            </a:lvl3pPr>
            <a:lvl4pPr marL="994370">
              <a:spcBef>
                <a:spcPts val="225"/>
              </a:spcBef>
              <a:defRPr/>
            </a:lvl4pPr>
            <a:lvl5pPr marL="1200102">
              <a:spcBef>
                <a:spcPts val="225"/>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2050280"/>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ntent Slide_09">
    <p:spTree>
      <p:nvGrpSpPr>
        <p:cNvPr id="1" name=""/>
        <p:cNvGrpSpPr/>
        <p:nvPr/>
      </p:nvGrpSpPr>
      <p:grpSpPr>
        <a:xfrm>
          <a:off x="0" y="0"/>
          <a:ext cx="0" cy="0"/>
          <a:chOff x="0" y="0"/>
          <a:chExt cx="0" cy="0"/>
        </a:xfrm>
      </p:grpSpPr>
      <p:sp>
        <p:nvSpPr>
          <p:cNvPr id="4" name="Title 3"/>
          <p:cNvSpPr>
            <a:spLocks noGrp="1"/>
          </p:cNvSpPr>
          <p:nvPr>
            <p:ph type="title"/>
          </p:nvPr>
        </p:nvSpPr>
        <p:spPr bwMode="auto">
          <a:xfrm>
            <a:off x="304800" y="228602"/>
            <a:ext cx="9343053" cy="424728"/>
          </a:xfrm>
        </p:spPr>
        <p:txBody>
          <a:bodyPr/>
          <a:lstStyle/>
          <a:p>
            <a:r>
              <a:rPr lang="en-US"/>
              <a:t>Click to edit Master title style</a:t>
            </a:r>
            <a:endParaRPr lang="en-US" dirty="0"/>
          </a:p>
        </p:txBody>
      </p:sp>
      <p:sp>
        <p:nvSpPr>
          <p:cNvPr id="3" name="Text Placeholder 2"/>
          <p:cNvSpPr>
            <a:spLocks noGrp="1"/>
          </p:cNvSpPr>
          <p:nvPr>
            <p:ph type="body" sz="quarter" idx="10"/>
          </p:nvPr>
        </p:nvSpPr>
        <p:spPr bwMode="gray">
          <a:xfrm>
            <a:off x="304800" y="1325565"/>
            <a:ext cx="11576051" cy="4554537"/>
          </a:xfrm>
        </p:spPr>
        <p:txBody>
          <a:bodyPr/>
          <a:lstStyle>
            <a:lvl1pPr marL="274309" indent="-274309">
              <a:spcBef>
                <a:spcPts val="225"/>
              </a:spcBef>
              <a:buSzPct val="80000"/>
              <a:buFont typeface="Wingdings 3" panose="05040102010807070707" pitchFamily="18" charset="2"/>
              <a:buChar char="u"/>
              <a:defRPr b="1"/>
            </a:lvl1pPr>
            <a:lvl2pPr marL="548618">
              <a:spcBef>
                <a:spcPts val="225"/>
              </a:spcBef>
              <a:defRPr/>
            </a:lvl2pPr>
            <a:lvl3pPr marL="754350">
              <a:spcBef>
                <a:spcPts val="225"/>
              </a:spcBef>
              <a:defRPr/>
            </a:lvl3pPr>
            <a:lvl4pPr marL="994370">
              <a:spcBef>
                <a:spcPts val="225"/>
              </a:spcBef>
              <a:defRPr/>
            </a:lvl4pPr>
            <a:lvl5pPr marL="1200102">
              <a:spcBef>
                <a:spcPts val="225"/>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6105883"/>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ntent Slide_10">
    <p:spTree>
      <p:nvGrpSpPr>
        <p:cNvPr id="1" name=""/>
        <p:cNvGrpSpPr/>
        <p:nvPr/>
      </p:nvGrpSpPr>
      <p:grpSpPr>
        <a:xfrm>
          <a:off x="0" y="0"/>
          <a:ext cx="0" cy="0"/>
          <a:chOff x="0" y="0"/>
          <a:chExt cx="0" cy="0"/>
        </a:xfrm>
      </p:grpSpPr>
      <p:sp>
        <p:nvSpPr>
          <p:cNvPr id="12" name="Text Placeholder 11"/>
          <p:cNvSpPr>
            <a:spLocks noGrp="1"/>
          </p:cNvSpPr>
          <p:nvPr>
            <p:ph type="body" sz="quarter" idx="10"/>
          </p:nvPr>
        </p:nvSpPr>
        <p:spPr bwMode="gray">
          <a:xfrm>
            <a:off x="304800" y="4250578"/>
            <a:ext cx="11576051" cy="1629522"/>
          </a:xfrm>
          <a:prstGeom prst="rect">
            <a:avLst/>
          </a:prstGeom>
          <a:solidFill>
            <a:schemeClr val="bg1">
              <a:lumMod val="85000"/>
            </a:schemeClr>
          </a:solidFill>
        </p:spPr>
        <p:txBody>
          <a:bodyPr lIns="146298" tIns="182873" rIns="91436" bIns="182873" anchor="ctr"/>
          <a:lstStyle>
            <a:lvl1pPr marL="0" indent="0">
              <a:lnSpc>
                <a:spcPct val="90000"/>
              </a:lnSpc>
              <a:buNone/>
              <a:defRPr>
                <a:solidFill>
                  <a:schemeClr val="tx1"/>
                </a:solidFill>
              </a:defRPr>
            </a:lvl1pPr>
            <a:lvl2pPr marL="238817" indent="0">
              <a:buNone/>
              <a:defRPr>
                <a:solidFill>
                  <a:schemeClr val="bg1"/>
                </a:solidFill>
              </a:defRPr>
            </a:lvl2pPr>
            <a:lvl3pPr marL="512717" indent="0">
              <a:buNone/>
              <a:defRPr>
                <a:solidFill>
                  <a:schemeClr val="bg1"/>
                </a:solidFill>
              </a:defRPr>
            </a:lvl3pPr>
            <a:lvl4pPr marL="718438" indent="0">
              <a:buNone/>
              <a:defRPr>
                <a:solidFill>
                  <a:schemeClr val="bg1"/>
                </a:solidFill>
              </a:defRPr>
            </a:lvl4pPr>
            <a:lvl5pPr marL="924159" indent="0">
              <a:buNone/>
              <a:defRPr>
                <a:solidFill>
                  <a:schemeClr val="bg1"/>
                </a:solidFill>
              </a:defRPr>
            </a:lvl5pPr>
          </a:lstStyle>
          <a:p>
            <a:pPr lvl="0"/>
            <a:r>
              <a:rPr lang="en-US"/>
              <a:t>Click to edit Master text styles</a:t>
            </a:r>
          </a:p>
        </p:txBody>
      </p:sp>
      <p:sp>
        <p:nvSpPr>
          <p:cNvPr id="4" name="Text Placeholder 3"/>
          <p:cNvSpPr>
            <a:spLocks noGrp="1"/>
          </p:cNvSpPr>
          <p:nvPr>
            <p:ph type="body" sz="quarter" idx="11"/>
          </p:nvPr>
        </p:nvSpPr>
        <p:spPr bwMode="gray">
          <a:xfrm>
            <a:off x="304800" y="1325564"/>
            <a:ext cx="11576051" cy="29250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bwMode="auto"/>
        <p:txBody>
          <a:bodyPr/>
          <a:lstStyle/>
          <a:p>
            <a:r>
              <a:rPr lang="en-US"/>
              <a:t>Click to edit Master title style</a:t>
            </a:r>
            <a:endParaRPr lang="en-US" dirty="0"/>
          </a:p>
        </p:txBody>
      </p:sp>
    </p:spTree>
    <p:extLst>
      <p:ext uri="{BB962C8B-B14F-4D97-AF65-F5344CB8AC3E}">
        <p14:creationId xmlns:p14="http://schemas.microsoft.com/office/powerpoint/2010/main" val="233370746"/>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44684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chemeClr val="bg1"/>
        </a:solidFill>
        <a:effectLst/>
      </p:bgPr>
    </p:bg>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EBCA7E85-7A39-EB45-37E4-DB13BB454860}"/>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6" hidden="1">
                        <a:extLst>
                          <a:ext uri="{FF2B5EF4-FFF2-40B4-BE49-F238E27FC236}">
                            <a16:creationId xmlns:a16="http://schemas.microsoft.com/office/drawing/2014/main" id="{EBCA7E85-7A39-EB45-37E4-DB13BB4548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White Frame">
            <a:extLst>
              <a:ext uri="{FF2B5EF4-FFF2-40B4-BE49-F238E27FC236}">
                <a16:creationId xmlns:a16="http://schemas.microsoft.com/office/drawing/2014/main" id="{1C44AED2-9AC6-471D-5980-C1779F3F7FAA}"/>
              </a:ext>
            </a:extLst>
          </p:cNvPr>
          <p:cNvSpPr/>
          <p:nvPr/>
        </p:nvSpPr>
        <p:spPr bwMode="gray">
          <a:xfrm>
            <a:off x="0" y="0"/>
            <a:ext cx="12192000" cy="6858000"/>
          </a:xfrm>
          <a:custGeom>
            <a:avLst/>
            <a:gdLst>
              <a:gd name="connsiteX0" fmla="*/ 0 w 12192000"/>
              <a:gd name="connsiteY0" fmla="*/ 0 h 6858000"/>
              <a:gd name="connsiteX1" fmla="*/ 310896 w 12192000"/>
              <a:gd name="connsiteY1" fmla="*/ 0 h 6858000"/>
              <a:gd name="connsiteX2" fmla="*/ 310896 w 12192000"/>
              <a:gd name="connsiteY2" fmla="*/ 0 h 6858000"/>
              <a:gd name="connsiteX3" fmla="*/ 11881104 w 12192000"/>
              <a:gd name="connsiteY3" fmla="*/ 0 h 6858000"/>
              <a:gd name="connsiteX4" fmla="*/ 12192000 w 12192000"/>
              <a:gd name="connsiteY4" fmla="*/ 0 h 6858000"/>
              <a:gd name="connsiteX5" fmla="*/ 12192000 w 12192000"/>
              <a:gd name="connsiteY5" fmla="*/ 310896 h 6858000"/>
              <a:gd name="connsiteX6" fmla="*/ 12192000 w 12192000"/>
              <a:gd name="connsiteY6" fmla="*/ 6858000 h 6858000"/>
              <a:gd name="connsiteX7" fmla="*/ 11881104 w 12192000"/>
              <a:gd name="connsiteY7" fmla="*/ 6858000 h 6858000"/>
              <a:gd name="connsiteX8" fmla="*/ 11881104 w 12192000"/>
              <a:gd name="connsiteY8" fmla="*/ 310896 h 6858000"/>
              <a:gd name="connsiteX9" fmla="*/ 310896 w 12192000"/>
              <a:gd name="connsiteY9" fmla="*/ 310896 h 6858000"/>
              <a:gd name="connsiteX10" fmla="*/ 310896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310896" y="0"/>
                </a:lnTo>
                <a:lnTo>
                  <a:pt x="310896" y="0"/>
                </a:lnTo>
                <a:lnTo>
                  <a:pt x="11881104" y="0"/>
                </a:lnTo>
                <a:lnTo>
                  <a:pt x="12192000" y="0"/>
                </a:lnTo>
                <a:lnTo>
                  <a:pt x="12192000" y="310896"/>
                </a:lnTo>
                <a:lnTo>
                  <a:pt x="12192000" y="6858000"/>
                </a:lnTo>
                <a:lnTo>
                  <a:pt x="11881104" y="6858000"/>
                </a:lnTo>
                <a:lnTo>
                  <a:pt x="11881104" y="310896"/>
                </a:lnTo>
                <a:lnTo>
                  <a:pt x="310896" y="310896"/>
                </a:lnTo>
                <a:lnTo>
                  <a:pt x="310896" y="6858000"/>
                </a:lnTo>
                <a:lnTo>
                  <a:pt x="0" y="6858000"/>
                </a:lnTo>
                <a:close/>
              </a:path>
            </a:pathLst>
          </a:custGeom>
          <a:solidFill>
            <a:schemeClr val="bg1"/>
          </a:solidFill>
          <a:ln w="12700" cap="flat" cmpd="sng" algn="ctr">
            <a:noFill/>
            <a:prstDash val="solid"/>
            <a:round/>
            <a:headEnd type="none" w="med" len="med"/>
            <a:tailEnd type="none" w="med" len="med"/>
          </a:ln>
          <a:effectLst/>
        </p:spPr>
        <p:txBody>
          <a:bodyPr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4" name="Rectangle 3">
            <a:extLst>
              <a:ext uri="{FF2B5EF4-FFF2-40B4-BE49-F238E27FC236}">
                <a16:creationId xmlns:a16="http://schemas.microsoft.com/office/drawing/2014/main" id="{8BD6769F-88BD-9E2B-9007-E6CCA571C42D}"/>
              </a:ext>
            </a:extLst>
          </p:cNvPr>
          <p:cNvSpPr/>
          <p:nvPr/>
        </p:nvSpPr>
        <p:spPr bwMode="gray">
          <a:xfrm>
            <a:off x="0" y="5880100"/>
            <a:ext cx="12192000" cy="977900"/>
          </a:xfrm>
          <a:prstGeom prst="rect">
            <a:avLst/>
          </a:prstGeom>
          <a:solidFill>
            <a:schemeClr val="bg1"/>
          </a:solidFill>
          <a:ln w="12700" cap="flat" cmpd="sng" algn="ctr">
            <a:noFill/>
            <a:prstDash val="solid"/>
            <a:round/>
            <a:headEnd type="none" w="med" len="med"/>
            <a:tailEnd type="none" w="med" len="med"/>
          </a:ln>
          <a:effectLst/>
        </p:spPr>
        <p:txBody>
          <a:bodyPr wrap="none" lIns="68577" tIns="34289" rIns="68577" bIns="34289" anchor="ctr"/>
          <a:lstStyle/>
          <a:p>
            <a:pPr algn="ctr" defTabSz="685772">
              <a:spcBef>
                <a:spcPct val="50000"/>
              </a:spcBef>
              <a:defRPr/>
            </a:pPr>
            <a:endParaRPr lang="en-US" sz="1350" dirty="0">
              <a:solidFill>
                <a:schemeClr val="bg1"/>
              </a:solidFill>
              <a:latin typeface="Arial" charset="0"/>
              <a:ea typeface="+mn-ea"/>
              <a:cs typeface="Arial" panose="020B0604020202020204" pitchFamily="34" charset="0"/>
            </a:endParaRPr>
          </a:p>
        </p:txBody>
      </p:sp>
      <p:sp>
        <p:nvSpPr>
          <p:cNvPr id="5" name="TextBox 4">
            <a:extLst>
              <a:ext uri="{FF2B5EF4-FFF2-40B4-BE49-F238E27FC236}">
                <a16:creationId xmlns:a16="http://schemas.microsoft.com/office/drawing/2014/main" id="{B17CE5EE-BB03-B544-A3C7-CDBFD3BFF8B2}"/>
              </a:ext>
            </a:extLst>
          </p:cNvPr>
          <p:cNvSpPr txBox="1"/>
          <p:nvPr/>
        </p:nvSpPr>
        <p:spPr bwMode="gray">
          <a:xfrm>
            <a:off x="304800" y="6218238"/>
            <a:ext cx="10931525" cy="323850"/>
          </a:xfrm>
          <a:prstGeom prst="rect">
            <a:avLst/>
          </a:prstGeom>
          <a:solidFill>
            <a:schemeClr val="bg1"/>
          </a:solidFill>
        </p:spPr>
        <p:txBody>
          <a:bodyPr lIns="0" tIns="0" rIns="0" bIns="0" anchor="b">
            <a:spAutoFit/>
          </a:bodyPr>
          <a:lstStyle/>
          <a:p>
            <a:pPr>
              <a:spcBef>
                <a:spcPts val="0"/>
              </a:spcBef>
              <a:spcAft>
                <a:spcPts val="0"/>
              </a:spcAft>
              <a:defRPr/>
            </a:pPr>
            <a:r>
              <a:rPr lang="en-US" sz="525" dirty="0">
                <a:solidFill>
                  <a:srgbClr val="969696"/>
                </a:solidFill>
                <a:ea typeface="+mn-ea"/>
                <a:cs typeface="Arial" panose="020B0604020202020204" pitchFamily="34" charset="0"/>
              </a:rPr>
              <a:t>CONFIDENTIAL AND PROPRIETARY</a:t>
            </a:r>
          </a:p>
          <a:p>
            <a:pPr>
              <a:spcBef>
                <a:spcPts val="0"/>
              </a:spcBef>
              <a:spcAft>
                <a:spcPts val="0"/>
              </a:spcAft>
              <a:defRPr/>
            </a:pPr>
            <a:r>
              <a:rPr lang="en-US" sz="525" dirty="0">
                <a:solidFill>
                  <a:srgbClr val="969696"/>
                </a:solidFill>
                <a:ea typeface="+mn-ea"/>
                <a:cs typeface="Arial" panose="020B0604020202020204" pitchFamily="34" charset="0"/>
              </a:rPr>
              <a:t>All trade marks, trade names, symbols, images, and contents etc. used in this document are the proprietary information of Comviva Technologies Limited.</a:t>
            </a:r>
          </a:p>
          <a:p>
            <a:pPr>
              <a:spcBef>
                <a:spcPts val="0"/>
              </a:spcBef>
              <a:spcAft>
                <a:spcPts val="0"/>
              </a:spcAft>
              <a:defRPr/>
            </a:pPr>
            <a:r>
              <a:rPr lang="en-US" sz="525" dirty="0">
                <a:solidFill>
                  <a:srgbClr val="969696"/>
                </a:solidFill>
                <a:ea typeface="+mn-ea"/>
                <a:cs typeface="Arial" panose="020B0604020202020204" pitchFamily="34" charset="0"/>
              </a:rPr>
              <a:t>Unauthorized copying and distribution is prohibited.</a:t>
            </a:r>
            <a:br>
              <a:rPr lang="en-US" sz="525" dirty="0">
                <a:solidFill>
                  <a:srgbClr val="969696"/>
                </a:solidFill>
                <a:ea typeface="+mn-ea"/>
                <a:cs typeface="Arial" panose="020B0604020202020204" pitchFamily="34" charset="0"/>
              </a:rPr>
            </a:br>
            <a:r>
              <a:rPr lang="en-US" sz="525" dirty="0">
                <a:solidFill>
                  <a:srgbClr val="969696"/>
                </a:solidFill>
                <a:ea typeface="+mn-ea"/>
                <a:cs typeface="Arial" panose="020B0604020202020204" pitchFamily="34" charset="0"/>
              </a:rPr>
              <a:t>© 2019 Comviva Technologies Limited. All rights reserved</a:t>
            </a:r>
          </a:p>
        </p:txBody>
      </p:sp>
      <p:pic>
        <p:nvPicPr>
          <p:cNvPr id="6" name="Picture 11" descr="Comviva-O.png">
            <a:extLst>
              <a:ext uri="{FF2B5EF4-FFF2-40B4-BE49-F238E27FC236}">
                <a16:creationId xmlns:a16="http://schemas.microsoft.com/office/drawing/2014/main" id="{23A32B73-A75E-8324-7F8B-8E89CE178ACD}"/>
              </a:ext>
            </a:extLst>
          </p:cNvPr>
          <p:cNvPicPr>
            <a:picLocks noChangeAspect="1"/>
          </p:cNvPicPr>
          <p:nvPr/>
        </p:nvPicPr>
        <p:blipFill>
          <a:blip r:embed="rId5">
            <a:extLst>
              <a:ext uri="{28A0092B-C50C-407E-A947-70E740481C1C}">
                <a14:useLocalDpi xmlns:a14="http://schemas.microsoft.com/office/drawing/2010/main" val="0"/>
              </a:ext>
            </a:extLst>
          </a:blip>
          <a:srcRect l="2524" r="56628" b="14366"/>
          <a:stretch>
            <a:fillRect/>
          </a:stretch>
        </p:blipFill>
        <p:spPr bwMode="auto">
          <a:xfrm>
            <a:off x="9525" y="0"/>
            <a:ext cx="4979988" cy="587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2" descr="Ridge-Bottom.png">
            <a:extLst>
              <a:ext uri="{FF2B5EF4-FFF2-40B4-BE49-F238E27FC236}">
                <a16:creationId xmlns:a16="http://schemas.microsoft.com/office/drawing/2014/main" id="{5D0B4488-4B6A-1A11-793C-C1C1BAABE94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95975" y="4252913"/>
            <a:ext cx="6296025"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2"/>
          <p:cNvSpPr>
            <a:spLocks noGrp="1" noChangeArrowheads="1"/>
          </p:cNvSpPr>
          <p:nvPr>
            <p:ph type="ctrTitle"/>
          </p:nvPr>
        </p:nvSpPr>
        <p:spPr bwMode="auto">
          <a:xfrm>
            <a:off x="1346700" y="3255884"/>
            <a:ext cx="9990787" cy="560923"/>
          </a:xfrm>
          <a:noFill/>
          <a:ln>
            <a:noFill/>
          </a:ln>
        </p:spPr>
        <p:txBody>
          <a:bodyPr tIns="0"/>
          <a:lstStyle>
            <a:lvl1pPr algn="ctr">
              <a:lnSpc>
                <a:spcPct val="90000"/>
              </a:lnSpc>
              <a:spcBef>
                <a:spcPts val="450"/>
              </a:spcBef>
              <a:spcAft>
                <a:spcPts val="0"/>
              </a:spcAft>
              <a:defRPr sz="4050" baseline="0">
                <a:solidFill>
                  <a:srgbClr val="E17522"/>
                </a:solidFill>
                <a:latin typeface="Calibri"/>
                <a:cs typeface="Calibri"/>
              </a:defRPr>
            </a:lvl1pPr>
          </a:lstStyle>
          <a:p>
            <a:r>
              <a:rPr lang="en-US"/>
              <a:t>Click to edit Master title style</a:t>
            </a:r>
            <a:endParaRPr lang="en-US" dirty="0"/>
          </a:p>
        </p:txBody>
      </p:sp>
    </p:spTree>
    <p:extLst>
      <p:ext uri="{BB962C8B-B14F-4D97-AF65-F5344CB8AC3E}">
        <p14:creationId xmlns:p14="http://schemas.microsoft.com/office/powerpoint/2010/main" val="2515284921"/>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295403"/>
            <a:ext cx="10972800" cy="1942839"/>
          </a:xfrm>
        </p:spPr>
        <p:txBody>
          <a:bodyPr/>
          <a:lstStyle>
            <a:lvl1pPr marL="318908" indent="-163061">
              <a:lnSpc>
                <a:spcPct val="120000"/>
              </a:lnSpc>
              <a:spcBef>
                <a:spcPts val="273"/>
              </a:spcBef>
              <a:spcAft>
                <a:spcPts val="273"/>
              </a:spcAft>
              <a:defRPr sz="1275" spc="0">
                <a:solidFill>
                  <a:schemeClr val="tx1"/>
                </a:solidFill>
              </a:defRPr>
            </a:lvl1pPr>
            <a:lvl2pPr marL="678218" indent="-262629">
              <a:lnSpc>
                <a:spcPct val="120000"/>
              </a:lnSpc>
              <a:spcBef>
                <a:spcPts val="273"/>
              </a:spcBef>
              <a:spcAft>
                <a:spcPts val="273"/>
              </a:spcAft>
              <a:defRPr sz="1275" spc="0">
                <a:solidFill>
                  <a:schemeClr val="tx1"/>
                </a:solidFill>
              </a:defRPr>
            </a:lvl2pPr>
            <a:lvl3pPr marL="1038974" indent="-207795">
              <a:lnSpc>
                <a:spcPct val="120000"/>
              </a:lnSpc>
              <a:spcBef>
                <a:spcPts val="273"/>
              </a:spcBef>
              <a:spcAft>
                <a:spcPts val="273"/>
              </a:spcAft>
              <a:defRPr sz="1275" spc="0">
                <a:solidFill>
                  <a:schemeClr val="tx1"/>
                </a:solidFill>
              </a:defRPr>
            </a:lvl3pPr>
            <a:lvl4pPr marL="1454563" indent="-207795">
              <a:lnSpc>
                <a:spcPct val="120000"/>
              </a:lnSpc>
              <a:spcBef>
                <a:spcPts val="273"/>
              </a:spcBef>
              <a:spcAft>
                <a:spcPts val="273"/>
              </a:spcAft>
              <a:defRPr sz="1275" spc="0">
                <a:solidFill>
                  <a:schemeClr val="tx1"/>
                </a:solidFill>
              </a:defRPr>
            </a:lvl4pPr>
            <a:lvl5pPr marL="1454563" indent="207795">
              <a:lnSpc>
                <a:spcPct val="120000"/>
              </a:lnSpc>
              <a:spcBef>
                <a:spcPts val="273"/>
              </a:spcBef>
              <a:spcAft>
                <a:spcPts val="273"/>
              </a:spcAft>
              <a:defRPr sz="1275" spc="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406400" y="457204"/>
            <a:ext cx="9347200" cy="445503"/>
          </a:xfrm>
        </p:spPr>
        <p:txBody>
          <a:bodyPr/>
          <a:lstStyle>
            <a:lvl1pPr>
              <a:defRPr sz="2550"/>
            </a:lvl1pPr>
          </a:lstStyle>
          <a:p>
            <a:r>
              <a:rPr lang="en-US"/>
              <a:t>Click to edit Master title style</a:t>
            </a:r>
          </a:p>
        </p:txBody>
      </p:sp>
    </p:spTree>
    <p:extLst>
      <p:ext uri="{BB962C8B-B14F-4D97-AF65-F5344CB8AC3E}">
        <p14:creationId xmlns:p14="http://schemas.microsoft.com/office/powerpoint/2010/main" val="2889619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4423" y="711206"/>
            <a:ext cx="10949515" cy="445503"/>
          </a:xfrm>
        </p:spPr>
        <p:txBody>
          <a:bodyPr/>
          <a:lstStyle>
            <a:lvl1pPr>
              <a:defRPr sz="2550"/>
            </a:lvl1pPr>
          </a:lstStyle>
          <a:p>
            <a:r>
              <a:rPr lang="en-US"/>
              <a:t>Click to edit Master title style</a:t>
            </a:r>
            <a:endParaRPr lang="en-US" dirty="0"/>
          </a:p>
        </p:txBody>
      </p:sp>
    </p:spTree>
    <p:extLst>
      <p:ext uri="{BB962C8B-B14F-4D97-AF65-F5344CB8AC3E}">
        <p14:creationId xmlns:p14="http://schemas.microsoft.com/office/powerpoint/2010/main" val="13990398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6BE3BAD-64E8-BAC2-8A52-E3E6D2FF573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B428594A-7A84-7FE3-2FEF-7305D8A560CB}"/>
              </a:ext>
            </a:extLst>
          </p:cNvPr>
          <p:cNvSpPr/>
          <p:nvPr/>
        </p:nvSpPr>
        <p:spPr>
          <a:xfrm>
            <a:off x="158750" y="6586538"/>
            <a:ext cx="6096000" cy="184150"/>
          </a:xfrm>
          <a:prstGeom prst="rect">
            <a:avLst/>
          </a:prstGeom>
        </p:spPr>
        <p:txBody>
          <a:bodyPr lIns="57140" tIns="28570" rIns="57140" bIns="28570">
            <a:spAutoFit/>
          </a:bodyPr>
          <a:lstStyle/>
          <a:p>
            <a:pPr>
              <a:defRPr/>
            </a:pPr>
            <a:r>
              <a:rPr lang="en-US" sz="825" dirty="0">
                <a:solidFill>
                  <a:prstClr val="black">
                    <a:lumMod val="50000"/>
                    <a:lumOff val="50000"/>
                  </a:prstClr>
                </a:solidFill>
                <a:ea typeface="+mn-ea"/>
                <a:cs typeface="Arial" panose="020B0604020202020204" pitchFamily="34" charset="0"/>
              </a:rPr>
              <a:t>© Copyright YABX 2018</a:t>
            </a:r>
          </a:p>
        </p:txBody>
      </p:sp>
      <p:pic>
        <p:nvPicPr>
          <p:cNvPr id="4" name="Picture 9" descr="A close up of a sign&#10;&#10;Description generated with high confidence">
            <a:extLst>
              <a:ext uri="{FF2B5EF4-FFF2-40B4-BE49-F238E27FC236}">
                <a16:creationId xmlns:a16="http://schemas.microsoft.com/office/drawing/2014/main" id="{50BF3B64-8CA8-A95D-1848-59998F4CF3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3074988"/>
            <a:ext cx="3730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AC74FB5-F787-9785-C6CE-7A28A3D438C3}"/>
              </a:ext>
            </a:extLst>
          </p:cNvPr>
          <p:cNvCxnSpPr/>
          <p:nvPr/>
        </p:nvCxnSpPr>
        <p:spPr>
          <a:xfrm>
            <a:off x="5302250" y="2490788"/>
            <a:ext cx="0" cy="219551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5684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7" y="719144"/>
            <a:ext cx="10966449" cy="332399"/>
          </a:xfrm>
          <a:noFill/>
          <a:ln w="9525">
            <a:noFill/>
            <a:miter lim="800000"/>
            <a:headEnd/>
            <a:tailEnd/>
          </a:ln>
        </p:spPr>
        <p:txBody>
          <a:bodyPr tIns="0"/>
          <a:lstStyle>
            <a:lvl1pPr algn="l">
              <a:defRPr lang="en-US" sz="24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8"/>
            <a:ext cx="10966451" cy="1017971"/>
          </a:xfrm>
        </p:spPr>
        <p:txBody>
          <a:bodyPr>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11051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4A8402EF-B99C-B602-7A0B-9DC543C4C3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8AD36150-BDA5-BC92-DACA-FDF6FF8973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5E5877FA-0CA8-2CA5-3D49-1C62228584C3}"/>
              </a:ext>
            </a:extLst>
          </p:cNvPr>
          <p:cNvSpPr/>
          <p:nvPr/>
        </p:nvSpPr>
        <p:spPr>
          <a:xfrm>
            <a:off x="158750" y="6586538"/>
            <a:ext cx="6096000" cy="184150"/>
          </a:xfrm>
          <a:prstGeom prst="rect">
            <a:avLst/>
          </a:prstGeom>
        </p:spPr>
        <p:txBody>
          <a:bodyPr lIns="57143" tIns="28571" rIns="57143" bIns="28571">
            <a:spAutoFit/>
          </a:bodyPr>
          <a:lstStyle/>
          <a:p>
            <a:pPr defTabSz="285743">
              <a:defRPr/>
            </a:pPr>
            <a:r>
              <a:rPr lang="en-US" sz="825" dirty="0">
                <a:solidFill>
                  <a:prstClr val="black">
                    <a:lumMod val="50000"/>
                    <a:lumOff val="50000"/>
                  </a:prstClr>
                </a:solidFill>
                <a:ea typeface="+mn-ea"/>
                <a:cs typeface="Arial" panose="020B0604020202020204" pitchFamily="34" charset="0"/>
              </a:rPr>
              <a:t>© Copyright YABX 2018</a:t>
            </a:r>
          </a:p>
        </p:txBody>
      </p:sp>
      <p:pic>
        <p:nvPicPr>
          <p:cNvPr id="5" name="Graphic 75">
            <a:extLst>
              <a:ext uri="{FF2B5EF4-FFF2-40B4-BE49-F238E27FC236}">
                <a16:creationId xmlns:a16="http://schemas.microsoft.com/office/drawing/2014/main" id="{20828EBF-DA76-CC14-54C0-BD292D5152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325563"/>
            <a:ext cx="11598275" cy="514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7"/>
          <p:cNvSpPr>
            <a:spLocks noGrp="1"/>
          </p:cNvSpPr>
          <p:nvPr>
            <p:ph type="title"/>
          </p:nvPr>
        </p:nvSpPr>
        <p:spPr>
          <a:xfrm>
            <a:off x="296685" y="377350"/>
            <a:ext cx="9832663" cy="334707"/>
          </a:xfrm>
          <a:prstGeom prst="rect">
            <a:avLst/>
          </a:prstGeom>
        </p:spPr>
        <p:txBody>
          <a:bodyPr lIns="76198" tIns="0" rIns="76198" anchor="ctr"/>
          <a:lstStyle>
            <a:lvl1pPr>
              <a:lnSpc>
                <a:spcPct val="100000"/>
              </a:lnSpc>
              <a:defRPr lang="en-US" sz="2175" b="1" kern="1200" cap="small" baseline="0" dirty="0">
                <a:solidFill>
                  <a:schemeClr val="tx1"/>
                </a:solidFill>
                <a:latin typeface="+mn-lt"/>
                <a:ea typeface="+mn-ea"/>
                <a:cs typeface="+mn-cs"/>
              </a:defRPr>
            </a:lvl1pPr>
          </a:lstStyle>
          <a:p>
            <a:r>
              <a:rPr lang="en-US"/>
              <a:t>Click to edit Master title style</a:t>
            </a:r>
            <a:endParaRPr lang="en-US" dirty="0"/>
          </a:p>
        </p:txBody>
      </p:sp>
      <p:sp>
        <p:nvSpPr>
          <p:cNvPr id="11" name="Text Placeholder 10"/>
          <p:cNvSpPr>
            <a:spLocks noGrp="1"/>
          </p:cNvSpPr>
          <p:nvPr>
            <p:ph type="body" sz="quarter" idx="10"/>
          </p:nvPr>
        </p:nvSpPr>
        <p:spPr>
          <a:xfrm>
            <a:off x="296335" y="889042"/>
            <a:ext cx="9833012" cy="352697"/>
          </a:xfrm>
          <a:prstGeom prst="rect">
            <a:avLst/>
          </a:prstGeom>
        </p:spPr>
        <p:txBody>
          <a:bodyPr lIns="76198" rIns="76198" anchor="ctr"/>
          <a:lstStyle>
            <a:lvl1pPr marL="0" indent="0">
              <a:lnSpc>
                <a:spcPct val="100000"/>
              </a:lnSpc>
              <a:buNone/>
              <a:defRPr lang="en-US" sz="1275" b="0" i="1" dirty="0"/>
            </a:lvl1pPr>
          </a:lstStyle>
          <a:p>
            <a:pPr lvl="0"/>
            <a:r>
              <a:rPr lang="en-US"/>
              <a:t>Click to edit Master text styles</a:t>
            </a:r>
          </a:p>
        </p:txBody>
      </p:sp>
    </p:spTree>
    <p:extLst>
      <p:ext uri="{BB962C8B-B14F-4D97-AF65-F5344CB8AC3E}">
        <p14:creationId xmlns:p14="http://schemas.microsoft.com/office/powerpoint/2010/main" val="25020219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B5E56A3C-9600-7BC2-6C24-4F15F7C47A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87366E23-2A39-D67D-9049-9776D81B0962}"/>
              </a:ext>
            </a:extLst>
          </p:cNvPr>
          <p:cNvSpPr/>
          <p:nvPr/>
        </p:nvSpPr>
        <p:spPr>
          <a:xfrm>
            <a:off x="158750" y="6586538"/>
            <a:ext cx="6096000" cy="184150"/>
          </a:xfrm>
          <a:prstGeom prst="rect">
            <a:avLst/>
          </a:prstGeom>
        </p:spPr>
        <p:txBody>
          <a:bodyPr lIns="57143" tIns="28571" rIns="57143" bIns="28571">
            <a:spAutoFit/>
          </a:bodyPr>
          <a:lstStyle/>
          <a:p>
            <a:pPr defTabSz="285739" eaLnBrk="1" fontAlgn="auto" hangingPunct="1">
              <a:spcBef>
                <a:spcPts val="0"/>
              </a:spcBef>
              <a:spcAft>
                <a:spcPts val="0"/>
              </a:spcAft>
              <a:defRPr/>
            </a:pPr>
            <a:r>
              <a:rPr lang="en-US" sz="825" dirty="0">
                <a:solidFill>
                  <a:prstClr val="black">
                    <a:lumMod val="50000"/>
                    <a:lumOff val="50000"/>
                  </a:prstClr>
                </a:solidFill>
                <a:latin typeface="Calibri"/>
                <a:ea typeface="+mn-ea"/>
              </a:rPr>
              <a:t>© Copyright YABX 2018</a:t>
            </a:r>
          </a:p>
        </p:txBody>
      </p:sp>
      <p:pic>
        <p:nvPicPr>
          <p:cNvPr id="4" name="Picture 9" descr="A close up of a sign&#10;&#10;Description generated with high confidence">
            <a:extLst>
              <a:ext uri="{FF2B5EF4-FFF2-40B4-BE49-F238E27FC236}">
                <a16:creationId xmlns:a16="http://schemas.microsoft.com/office/drawing/2014/main" id="{C193F50F-E0BE-F5D9-7F39-7C3D38A23A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3074988"/>
            <a:ext cx="3730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5997DEF5-4823-B68F-D74A-004AA441F98E}"/>
              </a:ext>
            </a:extLst>
          </p:cNvPr>
          <p:cNvCxnSpPr/>
          <p:nvPr/>
        </p:nvCxnSpPr>
        <p:spPr>
          <a:xfrm>
            <a:off x="5302250" y="2490788"/>
            <a:ext cx="0" cy="219551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6516458"/>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2" name="Picture 6" descr="A person wearing a hat&#10;&#10;Description automatically generated">
            <a:extLst>
              <a:ext uri="{FF2B5EF4-FFF2-40B4-BE49-F238E27FC236}">
                <a16:creationId xmlns:a16="http://schemas.microsoft.com/office/drawing/2014/main" id="{08DD9349-D2FF-BEB4-4ECB-D7D0684803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65D72362-5831-D710-4BA1-B3522BAFD91E}"/>
              </a:ext>
            </a:extLst>
          </p:cNvPr>
          <p:cNvSpPr/>
          <p:nvPr/>
        </p:nvSpPr>
        <p:spPr>
          <a:xfrm>
            <a:off x="158750" y="6586538"/>
            <a:ext cx="6096000" cy="184150"/>
          </a:xfrm>
          <a:prstGeom prst="rect">
            <a:avLst/>
          </a:prstGeom>
        </p:spPr>
        <p:txBody>
          <a:bodyPr lIns="57143" tIns="28571" rIns="57143" bIns="28571">
            <a:spAutoFit/>
          </a:bodyPr>
          <a:lstStyle/>
          <a:p>
            <a:pPr defTabSz="285739" eaLnBrk="1" fontAlgn="auto" hangingPunct="1">
              <a:spcBef>
                <a:spcPts val="0"/>
              </a:spcBef>
              <a:spcAft>
                <a:spcPts val="0"/>
              </a:spcAft>
              <a:defRPr/>
            </a:pPr>
            <a:r>
              <a:rPr lang="en-US" sz="825" dirty="0">
                <a:solidFill>
                  <a:prstClr val="black">
                    <a:lumMod val="50000"/>
                    <a:lumOff val="50000"/>
                  </a:prstClr>
                </a:solidFill>
                <a:latin typeface="Calibri"/>
                <a:ea typeface="+mn-ea"/>
              </a:rPr>
              <a:t>© Copyright YABX 2018</a:t>
            </a:r>
          </a:p>
        </p:txBody>
      </p:sp>
    </p:spTree>
    <p:extLst>
      <p:ext uri="{BB962C8B-B14F-4D97-AF65-F5344CB8AC3E}">
        <p14:creationId xmlns:p14="http://schemas.microsoft.com/office/powerpoint/2010/main" val="4104892178"/>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Main">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EC96A1C3-826B-3E9D-0D11-35C5A618F7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1CF0F0D0-90BB-C54A-9FCD-850FEC56E77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5F32EA7B-7AAC-0027-005A-26BA24F1474B}"/>
              </a:ext>
            </a:extLst>
          </p:cNvPr>
          <p:cNvSpPr/>
          <p:nvPr/>
        </p:nvSpPr>
        <p:spPr>
          <a:xfrm>
            <a:off x="158750" y="6586538"/>
            <a:ext cx="6096000" cy="184150"/>
          </a:xfrm>
          <a:prstGeom prst="rect">
            <a:avLst/>
          </a:prstGeom>
        </p:spPr>
        <p:txBody>
          <a:bodyPr lIns="57143" tIns="28571" rIns="57143" bIns="28571">
            <a:spAutoFit/>
          </a:bodyPr>
          <a:lstStyle/>
          <a:p>
            <a:pPr defTabSz="285739" eaLnBrk="1" fontAlgn="auto" hangingPunct="1">
              <a:spcBef>
                <a:spcPts val="0"/>
              </a:spcBef>
              <a:spcAft>
                <a:spcPts val="0"/>
              </a:spcAft>
              <a:defRPr/>
            </a:pPr>
            <a:r>
              <a:rPr lang="en-US" sz="825" dirty="0">
                <a:solidFill>
                  <a:prstClr val="black">
                    <a:lumMod val="50000"/>
                    <a:lumOff val="50000"/>
                  </a:prstClr>
                </a:solidFill>
                <a:latin typeface="Calibri"/>
                <a:ea typeface="+mn-ea"/>
              </a:rPr>
              <a:t>© Copyright YABX 2018</a:t>
            </a:r>
          </a:p>
        </p:txBody>
      </p:sp>
      <p:pic>
        <p:nvPicPr>
          <p:cNvPr id="5" name="Graphic 75">
            <a:extLst>
              <a:ext uri="{FF2B5EF4-FFF2-40B4-BE49-F238E27FC236}">
                <a16:creationId xmlns:a16="http://schemas.microsoft.com/office/drawing/2014/main" id="{B4B43AAB-3E6F-C4CA-BF06-5434FDA3995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325563"/>
            <a:ext cx="11598275" cy="514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7"/>
          <p:cNvSpPr>
            <a:spLocks noGrp="1"/>
          </p:cNvSpPr>
          <p:nvPr>
            <p:ph type="title"/>
          </p:nvPr>
        </p:nvSpPr>
        <p:spPr>
          <a:xfrm>
            <a:off x="296685" y="377349"/>
            <a:ext cx="9832663" cy="334707"/>
          </a:xfrm>
          <a:prstGeom prst="rect">
            <a:avLst/>
          </a:prstGeom>
        </p:spPr>
        <p:txBody>
          <a:bodyPr lIns="76197" tIns="0" rIns="76197" anchor="ctr"/>
          <a:lstStyle>
            <a:lvl1pPr>
              <a:lnSpc>
                <a:spcPct val="100000"/>
              </a:lnSpc>
              <a:defRPr lang="en-US" sz="2175" b="1" kern="1200" cap="small" baseline="0" dirty="0">
                <a:solidFill>
                  <a:schemeClr val="tx1"/>
                </a:solidFill>
                <a:latin typeface="+mn-lt"/>
                <a:ea typeface="+mn-ea"/>
                <a:cs typeface="+mn-cs"/>
              </a:defRPr>
            </a:lvl1pPr>
          </a:lstStyle>
          <a:p>
            <a:r>
              <a:rPr lang="en-US"/>
              <a:t>Click to edit Master title style</a:t>
            </a:r>
            <a:endParaRPr lang="en-US" dirty="0"/>
          </a:p>
        </p:txBody>
      </p:sp>
      <p:sp>
        <p:nvSpPr>
          <p:cNvPr id="11" name="Text Placeholder 10"/>
          <p:cNvSpPr>
            <a:spLocks noGrp="1"/>
          </p:cNvSpPr>
          <p:nvPr>
            <p:ph type="body" sz="quarter" idx="10"/>
          </p:nvPr>
        </p:nvSpPr>
        <p:spPr>
          <a:xfrm>
            <a:off x="296334" y="889038"/>
            <a:ext cx="9833012" cy="352698"/>
          </a:xfrm>
          <a:prstGeom prst="rect">
            <a:avLst/>
          </a:prstGeom>
        </p:spPr>
        <p:txBody>
          <a:bodyPr lIns="76197" rIns="76197" anchor="ctr"/>
          <a:lstStyle>
            <a:lvl1pPr marL="0" indent="0">
              <a:lnSpc>
                <a:spcPct val="100000"/>
              </a:lnSpc>
              <a:buNone/>
              <a:defRPr lang="en-US" sz="1275" b="0" i="1" dirty="0"/>
            </a:lvl1pPr>
          </a:lstStyle>
          <a:p>
            <a:pPr lvl="0"/>
            <a:r>
              <a:rPr lang="en-US"/>
              <a:t>Click to edit Master text styles</a:t>
            </a:r>
          </a:p>
        </p:txBody>
      </p:sp>
    </p:spTree>
    <p:extLst>
      <p:ext uri="{BB962C8B-B14F-4D97-AF65-F5344CB8AC3E}">
        <p14:creationId xmlns:p14="http://schemas.microsoft.com/office/powerpoint/2010/main" val="3307864843"/>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ub Agenda">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1B317CB8-E148-567C-D3DB-07E2D91F64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6AC8FC80-11AE-D304-FAF1-5806B89ECC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F10236C-BBC5-9398-BCAF-D3D739DC2EBB}"/>
              </a:ext>
            </a:extLst>
          </p:cNvPr>
          <p:cNvSpPr/>
          <p:nvPr/>
        </p:nvSpPr>
        <p:spPr>
          <a:xfrm>
            <a:off x="158750" y="6586538"/>
            <a:ext cx="6096000" cy="184150"/>
          </a:xfrm>
          <a:prstGeom prst="rect">
            <a:avLst/>
          </a:prstGeom>
        </p:spPr>
        <p:txBody>
          <a:bodyPr lIns="57143" tIns="28571" rIns="57143" bIns="28571">
            <a:spAutoFit/>
          </a:bodyPr>
          <a:lstStyle/>
          <a:p>
            <a:pPr defTabSz="285739" eaLnBrk="1" fontAlgn="auto" hangingPunct="1">
              <a:spcBef>
                <a:spcPts val="0"/>
              </a:spcBef>
              <a:spcAft>
                <a:spcPts val="0"/>
              </a:spcAft>
              <a:defRPr/>
            </a:pPr>
            <a:r>
              <a:rPr lang="en-US" sz="825" dirty="0">
                <a:solidFill>
                  <a:prstClr val="black">
                    <a:lumMod val="50000"/>
                    <a:lumOff val="50000"/>
                  </a:prstClr>
                </a:solidFill>
                <a:latin typeface="Calibri"/>
                <a:ea typeface="+mn-ea"/>
              </a:rPr>
              <a:t>© Copyright YABX 2018</a:t>
            </a:r>
          </a:p>
        </p:txBody>
      </p:sp>
      <p:pic>
        <p:nvPicPr>
          <p:cNvPr id="5" name="Graphic 75">
            <a:extLst>
              <a:ext uri="{FF2B5EF4-FFF2-40B4-BE49-F238E27FC236}">
                <a16:creationId xmlns:a16="http://schemas.microsoft.com/office/drawing/2014/main" id="{D715D9E3-FA5C-CF69-FB36-D69FD24E8B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863" y="827088"/>
            <a:ext cx="11598275" cy="564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6861779"/>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D5709DE-2DBE-1923-8F0D-6A5766776C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5EC1185-51DE-9639-BA74-00A0366BF2ED}"/>
              </a:ext>
            </a:extLst>
          </p:cNvPr>
          <p:cNvSpPr/>
          <p:nvPr/>
        </p:nvSpPr>
        <p:spPr>
          <a:xfrm>
            <a:off x="158750" y="6586538"/>
            <a:ext cx="6096000" cy="184150"/>
          </a:xfrm>
          <a:prstGeom prst="rect">
            <a:avLst/>
          </a:prstGeom>
        </p:spPr>
        <p:txBody>
          <a:bodyPr lIns="57143" tIns="28571" rIns="57143" bIns="28571">
            <a:spAutoFit/>
          </a:bodyPr>
          <a:lstStyle/>
          <a:p>
            <a:pPr defTabSz="285739" eaLnBrk="1" fontAlgn="auto" hangingPunct="1">
              <a:spcBef>
                <a:spcPts val="0"/>
              </a:spcBef>
              <a:spcAft>
                <a:spcPts val="0"/>
              </a:spcAft>
              <a:defRPr/>
            </a:pPr>
            <a:r>
              <a:rPr lang="en-US" sz="825" dirty="0">
                <a:solidFill>
                  <a:prstClr val="black">
                    <a:lumMod val="50000"/>
                    <a:lumOff val="50000"/>
                  </a:prstClr>
                </a:solidFill>
                <a:latin typeface="Calibri"/>
                <a:ea typeface="+mn-ea"/>
              </a:rPr>
              <a:t>© Copyright YABX 2018</a:t>
            </a:r>
          </a:p>
        </p:txBody>
      </p:sp>
      <p:sp>
        <p:nvSpPr>
          <p:cNvPr id="4" name="Rectangle 3">
            <a:extLst>
              <a:ext uri="{FF2B5EF4-FFF2-40B4-BE49-F238E27FC236}">
                <a16:creationId xmlns:a16="http://schemas.microsoft.com/office/drawing/2014/main" id="{E09B5E2F-720B-0648-EF4C-0090A2152774}"/>
              </a:ext>
            </a:extLst>
          </p:cNvPr>
          <p:cNvSpPr/>
          <p:nvPr/>
        </p:nvSpPr>
        <p:spPr>
          <a:xfrm>
            <a:off x="333375" y="2738438"/>
            <a:ext cx="1108075" cy="242887"/>
          </a:xfrm>
          <a:prstGeom prst="rect">
            <a:avLst/>
          </a:prstGeom>
        </p:spPr>
        <p:txBody>
          <a:bodyPr wrap="none" lIns="0" tIns="0" rIns="0" bIns="0">
            <a:spAutoFit/>
          </a:bodyPr>
          <a:lstStyle/>
          <a:p>
            <a:pPr defTabSz="571478" eaLnBrk="1" fontAlgn="auto" hangingPunct="1">
              <a:spcBef>
                <a:spcPts val="0"/>
              </a:spcBef>
              <a:spcAft>
                <a:spcPts val="0"/>
              </a:spcAft>
              <a:defRPr/>
            </a:pPr>
            <a:r>
              <a:rPr lang="en-US" sz="1575" kern="0" dirty="0">
                <a:solidFill>
                  <a:sysClr val="window" lastClr="FFFFFF"/>
                </a:solidFill>
                <a:latin typeface="Calibri"/>
                <a:ea typeface="+mn-ea"/>
              </a:rPr>
              <a:t>www.yabx.co</a:t>
            </a:r>
          </a:p>
        </p:txBody>
      </p:sp>
      <p:sp>
        <p:nvSpPr>
          <p:cNvPr id="5" name="TextBox 4">
            <a:extLst>
              <a:ext uri="{FF2B5EF4-FFF2-40B4-BE49-F238E27FC236}">
                <a16:creationId xmlns:a16="http://schemas.microsoft.com/office/drawing/2014/main" id="{7CA2C2E2-3D2A-8EFB-6CE3-7C39DA893F1D}"/>
              </a:ext>
            </a:extLst>
          </p:cNvPr>
          <p:cNvSpPr txBox="1">
            <a:spLocks noChangeArrowheads="1"/>
          </p:cNvSpPr>
          <p:nvPr/>
        </p:nvSpPr>
        <p:spPr bwMode="gray">
          <a:xfrm>
            <a:off x="333375" y="3498850"/>
            <a:ext cx="11630025" cy="1928813"/>
          </a:xfrm>
          <a:prstGeom prst="rect">
            <a:avLst/>
          </a:prstGeom>
          <a:noFill/>
          <a:ln w="9525">
            <a:noFill/>
            <a:miter lim="800000"/>
            <a:headEnd/>
            <a:tailEnd/>
          </a:ln>
        </p:spPr>
        <p:txBody>
          <a:bodyPr lIns="0" tIns="0" rIns="0" bIns="0">
            <a:spAutoFit/>
          </a:bodyPr>
          <a:lstStyle/>
          <a:p>
            <a:pPr algn="just" defTabSz="571478" eaLnBrk="1" fontAlgn="auto" hangingPunct="1">
              <a:spcBef>
                <a:spcPts val="600"/>
              </a:spcBef>
              <a:spcAft>
                <a:spcPts val="0"/>
              </a:spcAft>
              <a:defRPr/>
            </a:pPr>
            <a:r>
              <a:rPr lang="en-US" sz="975" b="1" kern="0" dirty="0">
                <a:solidFill>
                  <a:sysClr val="window" lastClr="FFFFFF"/>
                </a:solidFill>
                <a:latin typeface="Calibri"/>
                <a:ea typeface="+mn-ea"/>
                <a:cs typeface="Arial" pitchFamily="34" charset="0"/>
              </a:rPr>
              <a:t>Disclaimer </a:t>
            </a:r>
          </a:p>
          <a:p>
            <a:pPr algn="just" defTabSz="571478" eaLnBrk="1" fontAlgn="auto" hangingPunct="1">
              <a:spcBef>
                <a:spcPts val="0"/>
              </a:spcBef>
              <a:spcAft>
                <a:spcPts val="0"/>
              </a:spcAft>
              <a:defRPr/>
            </a:pPr>
            <a:r>
              <a:rPr lang="en-US" sz="825" kern="0" dirty="0">
                <a:solidFill>
                  <a:sysClr val="window" lastClr="FFFFFF"/>
                </a:solidFill>
                <a:latin typeface="Calibri"/>
                <a:ea typeface="+mn-ea"/>
              </a:rPr>
              <a:t>Copyright © 2018: YABX Technologies BV, Registered Office at The Hague, Netherlands. </a:t>
            </a:r>
          </a:p>
          <a:p>
            <a:pPr algn="just" defTabSz="571478" eaLnBrk="1" fontAlgn="auto" hangingPunct="1">
              <a:spcBef>
                <a:spcPts val="0"/>
              </a:spcBef>
              <a:spcAft>
                <a:spcPts val="0"/>
              </a:spcAft>
              <a:defRPr/>
            </a:pPr>
            <a:r>
              <a:rPr lang="en-US" sz="825" kern="0" dirty="0">
                <a:solidFill>
                  <a:sysClr val="window" lastClr="FFFFFF"/>
                </a:solidFill>
                <a:latin typeface="Calibri"/>
                <a:ea typeface="+mn-ea"/>
              </a:rPr>
              <a:t> </a:t>
            </a:r>
          </a:p>
          <a:p>
            <a:pPr defTabSz="571478" eaLnBrk="1" fontAlgn="auto" hangingPunct="1">
              <a:spcBef>
                <a:spcPts val="0"/>
              </a:spcBef>
              <a:spcAft>
                <a:spcPts val="0"/>
              </a:spcAft>
              <a:defRPr/>
            </a:pPr>
            <a:r>
              <a:rPr lang="en-US" sz="825" kern="0" dirty="0">
                <a:solidFill>
                  <a:sysClr val="window" lastClr="FFFFFF"/>
                </a:solidFill>
                <a:latin typeface="Calibri"/>
                <a:ea typeface="+mn-ea"/>
              </a:rPr>
              <a:t>All rights about this document are reserved and shall not be , in whole or in part, copied, photocopied, reproduced, translated, or reduced to any manner including but not limited to electronic, mechanical, machine readable ,photographic, optic recording or otherwise without prior consent, in writing, of YABX Technologies BV (the Company). </a:t>
            </a:r>
            <a:r>
              <a:rPr lang="en-GB" sz="825" kern="0" dirty="0">
                <a:solidFill>
                  <a:sysClr val="window" lastClr="FFFFFF"/>
                </a:solidFill>
                <a:latin typeface="Calibri"/>
                <a:ea typeface="+mn-ea"/>
              </a:rPr>
              <a:t>The information in this document is subject to changes without notice. This describes only the product defined in the introduction of this documentation. This document is intended for the use of prospective customers of the Company Products Solutions and or Services for the sole purpose of the transaction for which the document is submitted. No part of it may be reproduced or transmitted in any form or manner whatsoever without the prior written permission of the company. The Customer, who/which assumes full responsibility for using the document appropriately. </a:t>
            </a:r>
          </a:p>
          <a:p>
            <a:pPr defTabSz="571478" eaLnBrk="1" fontAlgn="auto" hangingPunct="1">
              <a:spcBef>
                <a:spcPts val="0"/>
              </a:spcBef>
              <a:spcAft>
                <a:spcPts val="0"/>
              </a:spcAft>
              <a:defRPr/>
            </a:pPr>
            <a:r>
              <a:rPr lang="en-GB" sz="825" kern="0" dirty="0">
                <a:solidFill>
                  <a:sysClr val="window" lastClr="FFFFFF"/>
                </a:solidFill>
                <a:latin typeface="Calibri"/>
                <a:ea typeface="+mn-ea"/>
              </a:rPr>
              <a:t>The Company welcomes customer comments as part of the process of continuous development and improvement. The Company, has made all reasonable efforts to ensure that the information contained in the document are adequate, sufficient and free of material errors and omissions. The Company will, if necessary, explain issues, which may not be covered by the document. However, the Company does not assume any liability of whatsoever nature , for any errors in the document except the responsibility to provide correct information when any such error is brought to company’s knowledge. The Company will not be responsible, in any event, for errors in this document or for any damages, incidental or consequential, including monetary losses that might arise from the use of this document or of the information contained in it. This document and the Products, Solutions and Services it describes are intellectual property of the Company and/or of the respective owners thereof, whether such IPR is registered, </a:t>
            </a:r>
            <a:r>
              <a:rPr lang="en-GB" sz="825" kern="0" dirty="0" err="1">
                <a:solidFill>
                  <a:sysClr val="window" lastClr="FFFFFF"/>
                </a:solidFill>
                <a:latin typeface="Calibri"/>
                <a:ea typeface="+mn-ea"/>
              </a:rPr>
              <a:t>registrable</a:t>
            </a:r>
            <a:r>
              <a:rPr lang="en-GB" sz="825" kern="0" dirty="0">
                <a:solidFill>
                  <a:sysClr val="window" lastClr="FFFFFF"/>
                </a:solidFill>
                <a:latin typeface="Calibri"/>
                <a:ea typeface="+mn-ea"/>
              </a:rPr>
              <a:t>, pending for registration, applied for registration or not.</a:t>
            </a:r>
            <a:endParaRPr lang="en-US" sz="825" kern="0" dirty="0">
              <a:solidFill>
                <a:sysClr val="window" lastClr="FFFFFF"/>
              </a:solidFill>
              <a:latin typeface="Calibri"/>
              <a:ea typeface="+mn-ea"/>
            </a:endParaRPr>
          </a:p>
          <a:p>
            <a:pPr defTabSz="571478" eaLnBrk="1" fontAlgn="auto" hangingPunct="1">
              <a:spcBef>
                <a:spcPts val="0"/>
              </a:spcBef>
              <a:spcAft>
                <a:spcPts val="0"/>
              </a:spcAft>
              <a:defRPr/>
            </a:pPr>
            <a:r>
              <a:rPr lang="en-GB" sz="825" kern="0" dirty="0">
                <a:solidFill>
                  <a:sysClr val="window" lastClr="FFFFFF"/>
                </a:solidFill>
                <a:latin typeface="Calibri"/>
                <a:ea typeface="+mn-ea"/>
              </a:rPr>
              <a:t> The only warranties for the Company Products, Solutions and Services are set forth in the express warranty statements accompanying its products and services. Nothing herein should be construed as constituting an additional warranty. The Company shall not be liable for technical or editorial errors or omissions contained herein.</a:t>
            </a:r>
            <a:endParaRPr lang="en-US" sz="825" kern="0" dirty="0">
              <a:solidFill>
                <a:sysClr val="window" lastClr="FFFFFF"/>
              </a:solidFill>
              <a:latin typeface="Calibri"/>
              <a:ea typeface="+mn-ea"/>
            </a:endParaRPr>
          </a:p>
          <a:p>
            <a:pPr defTabSz="571478" eaLnBrk="1" fontAlgn="auto" hangingPunct="1">
              <a:spcBef>
                <a:spcPts val="0"/>
              </a:spcBef>
              <a:spcAft>
                <a:spcPts val="0"/>
              </a:spcAft>
              <a:defRPr/>
            </a:pPr>
            <a:r>
              <a:rPr lang="en-GB" sz="825" kern="0" dirty="0">
                <a:solidFill>
                  <a:sysClr val="window" lastClr="FFFFFF"/>
                </a:solidFill>
                <a:latin typeface="Calibri"/>
                <a:ea typeface="+mn-ea"/>
              </a:rPr>
              <a:t>The Company logo is a trademark of the Company. Other products, names, logos mentioned in this document , if any , may be trademarks of their respective owners.</a:t>
            </a:r>
            <a:endParaRPr lang="en-US" sz="825" kern="0" dirty="0">
              <a:solidFill>
                <a:sysClr val="window" lastClr="FFFFFF"/>
              </a:solidFill>
              <a:latin typeface="Calibri"/>
              <a:ea typeface="+mn-ea"/>
            </a:endParaRPr>
          </a:p>
        </p:txBody>
      </p:sp>
      <p:sp>
        <p:nvSpPr>
          <p:cNvPr id="6" name="Rectangle 5">
            <a:extLst>
              <a:ext uri="{FF2B5EF4-FFF2-40B4-BE49-F238E27FC236}">
                <a16:creationId xmlns:a16="http://schemas.microsoft.com/office/drawing/2014/main" id="{68852533-A5AD-8050-75C2-1CA6BD5CE583}"/>
              </a:ext>
            </a:extLst>
          </p:cNvPr>
          <p:cNvSpPr/>
          <p:nvPr/>
        </p:nvSpPr>
        <p:spPr>
          <a:xfrm>
            <a:off x="333375" y="2009775"/>
            <a:ext cx="1382713" cy="381000"/>
          </a:xfrm>
          <a:prstGeom prst="rect">
            <a:avLst/>
          </a:prstGeom>
        </p:spPr>
        <p:txBody>
          <a:bodyPr wrap="none" lIns="0" tIns="0" rIns="0" bIns="0">
            <a:spAutoFit/>
          </a:bodyPr>
          <a:lstStyle/>
          <a:p>
            <a:pPr defTabSz="571478" eaLnBrk="1" fontAlgn="auto" hangingPunct="1">
              <a:spcBef>
                <a:spcPts val="0"/>
              </a:spcBef>
              <a:spcAft>
                <a:spcPts val="0"/>
              </a:spcAft>
              <a:defRPr/>
            </a:pPr>
            <a:r>
              <a:rPr lang="en-US" sz="2475" b="1" kern="0" dirty="0">
                <a:solidFill>
                  <a:sysClr val="window" lastClr="FFFFFF"/>
                </a:solidFill>
                <a:latin typeface="Calibri"/>
                <a:ea typeface="+mn-ea"/>
              </a:rPr>
              <a:t>Thank You</a:t>
            </a:r>
          </a:p>
        </p:txBody>
      </p:sp>
      <p:pic>
        <p:nvPicPr>
          <p:cNvPr id="7" name="Picture 12" descr="A close up of a sign&#10;&#10;Description automatically generated">
            <a:extLst>
              <a:ext uri="{FF2B5EF4-FFF2-40B4-BE49-F238E27FC236}">
                <a16:creationId xmlns:a16="http://schemas.microsoft.com/office/drawing/2014/main" id="{C080094A-012F-17D1-A400-31FA613C08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657225"/>
            <a:ext cx="34036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9175082"/>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2" name="Picture 6" descr="A close up of a logo&#10;&#10;Description generated with high confidence">
            <a:extLst>
              <a:ext uri="{FF2B5EF4-FFF2-40B4-BE49-F238E27FC236}">
                <a16:creationId xmlns:a16="http://schemas.microsoft.com/office/drawing/2014/main" id="{92D2053D-D0C5-F5A9-888B-5F88602486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3CA9E414-808C-736F-2D74-F9DA15BD9795}"/>
              </a:ext>
            </a:extLst>
          </p:cNvPr>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10541000" y="168275"/>
            <a:ext cx="134143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5">
            <a:extLst>
              <a:ext uri="{FF2B5EF4-FFF2-40B4-BE49-F238E27FC236}">
                <a16:creationId xmlns:a16="http://schemas.microsoft.com/office/drawing/2014/main" id="{9D4F2644-A418-26D3-A460-B99CD7ACF0D3}"/>
              </a:ext>
            </a:extLst>
          </p:cNvPr>
          <p:cNvSpPr txBox="1">
            <a:spLocks/>
          </p:cNvSpPr>
          <p:nvPr/>
        </p:nvSpPr>
        <p:spPr bwMode="auto">
          <a:xfrm>
            <a:off x="11850688" y="6638925"/>
            <a:ext cx="112712" cy="114300"/>
          </a:xfrm>
          <a:prstGeom prst="rect">
            <a:avLst/>
          </a:prstGeom>
          <a:noFill/>
          <a:ln w="9525">
            <a:noFill/>
            <a:miter lim="800000"/>
            <a:headEnd/>
            <a:tailEnd/>
          </a:ln>
        </p:spPr>
        <p:txBody>
          <a:bodyPr wrap="none" lIns="0" tIns="0" rIns="0" bIns="0" anchor="ctr">
            <a:spAutoFit/>
          </a:bodyPr>
          <a:lstStyle>
            <a:lvl1pPr defTabSz="284163">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defTabSz="284163">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defTabSz="284163">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defTabSz="284163">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defTabSz="284163">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defTabSz="284163"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defTabSz="284163"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defTabSz="284163"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defTabSz="284163" eaLnBrk="0" fontAlgn="base" hangingPunct="0">
              <a:spcBef>
                <a:spcPct val="0"/>
              </a:spcBef>
              <a:spcAft>
                <a:spcPct val="0"/>
              </a:spcAf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gn="r" eaLnBrk="1" hangingPunct="1">
              <a:defRPr/>
            </a:pPr>
            <a:fld id="{433B70D4-6E32-4582-98C5-B288435CD753}" type="slidenum">
              <a:rPr lang="en-US" altLang="en-US" sz="700" smtClean="0">
                <a:solidFill>
                  <a:srgbClr val="7F7F7F"/>
                </a:solidFill>
                <a:latin typeface="Calibri" panose="020F0502020204030204" pitchFamily="34" charset="0"/>
                <a:cs typeface="Arial" panose="020B0604020202020204" pitchFamily="34" charset="0"/>
              </a:rPr>
              <a:pPr algn="r" eaLnBrk="1" hangingPunct="1">
                <a:defRPr/>
              </a:pPr>
              <a:t>‹#›</a:t>
            </a:fld>
            <a:endParaRPr lang="en-US" altLang="en-US" sz="700">
              <a:solidFill>
                <a:srgbClr val="7F7F7F"/>
              </a:solidFill>
              <a:latin typeface="Calibri" panose="020F050202020403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3D8FEB31-CC53-B628-43EF-16ADE6FFF968}"/>
              </a:ext>
            </a:extLst>
          </p:cNvPr>
          <p:cNvSpPr/>
          <p:nvPr/>
        </p:nvSpPr>
        <p:spPr>
          <a:xfrm>
            <a:off x="158750" y="6537325"/>
            <a:ext cx="6096000" cy="171450"/>
          </a:xfrm>
          <a:prstGeom prst="rect">
            <a:avLst/>
          </a:prstGeom>
        </p:spPr>
        <p:txBody>
          <a:bodyPr lIns="55800" tIns="27899" rIns="55800" bIns="27899">
            <a:spAutoFit/>
          </a:bodyPr>
          <a:lstStyle/>
          <a:p>
            <a:pPr defTabSz="285739" eaLnBrk="1" fontAlgn="auto" hangingPunct="1">
              <a:spcBef>
                <a:spcPts val="0"/>
              </a:spcBef>
              <a:spcAft>
                <a:spcPts val="0"/>
              </a:spcAft>
              <a:defRPr/>
            </a:pPr>
            <a:r>
              <a:rPr lang="en-US" sz="750" dirty="0">
                <a:solidFill>
                  <a:prstClr val="black">
                    <a:lumMod val="50000"/>
                    <a:lumOff val="50000"/>
                  </a:prstClr>
                </a:solidFill>
                <a:latin typeface="Calibri" pitchFamily="34" charset="0"/>
                <a:ea typeface="+mn-ea"/>
              </a:rPr>
              <a:t>© Copyright Mahindra Comviva. 2018</a:t>
            </a:r>
          </a:p>
        </p:txBody>
      </p:sp>
      <p:pic>
        <p:nvPicPr>
          <p:cNvPr id="6" name="Picture 11">
            <a:extLst>
              <a:ext uri="{FF2B5EF4-FFF2-40B4-BE49-F238E27FC236}">
                <a16:creationId xmlns:a16="http://schemas.microsoft.com/office/drawing/2014/main" id="{41D24144-DF80-4A9A-E798-AC996C9AC14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50" y="0"/>
            <a:ext cx="3140075"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7068904"/>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47A61EC-27BA-31AC-53AF-99C7B7FF5C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3167212B-ACB5-18FD-C054-9CD17DF5BC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0F4140A1-28DD-00AA-1677-199DA9FE28FE}"/>
              </a:ext>
            </a:extLst>
          </p:cNvPr>
          <p:cNvSpPr/>
          <p:nvPr/>
        </p:nvSpPr>
        <p:spPr>
          <a:xfrm>
            <a:off x="158750" y="6586538"/>
            <a:ext cx="6096000" cy="184150"/>
          </a:xfrm>
          <a:prstGeom prst="rect">
            <a:avLst/>
          </a:prstGeom>
        </p:spPr>
        <p:txBody>
          <a:bodyPr lIns="57143" tIns="28571" rIns="57143" bIns="28571">
            <a:spAutoFit/>
          </a:bodyPr>
          <a:lstStyle/>
          <a:p>
            <a:pPr defTabSz="285739" eaLnBrk="1" fontAlgn="auto" hangingPunct="1">
              <a:spcBef>
                <a:spcPts val="0"/>
              </a:spcBef>
              <a:spcAft>
                <a:spcPts val="0"/>
              </a:spcAft>
              <a:defRPr/>
            </a:pPr>
            <a:r>
              <a:rPr lang="en-US" sz="825" dirty="0">
                <a:solidFill>
                  <a:prstClr val="black">
                    <a:lumMod val="50000"/>
                    <a:lumOff val="50000"/>
                  </a:prstClr>
                </a:solidFill>
                <a:latin typeface="Calibri"/>
                <a:ea typeface="+mn-ea"/>
              </a:rPr>
              <a:t>© Copyright YABX 2018</a:t>
            </a:r>
          </a:p>
        </p:txBody>
      </p:sp>
    </p:spTree>
    <p:extLst>
      <p:ext uri="{BB962C8B-B14F-4D97-AF65-F5344CB8AC3E}">
        <p14:creationId xmlns:p14="http://schemas.microsoft.com/office/powerpoint/2010/main" val="2999086671"/>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IN" dirty="0"/>
          </a:p>
        </p:txBody>
      </p:sp>
      <p:sp>
        <p:nvSpPr>
          <p:cNvPr id="3" name="Date Placeholder 2">
            <a:extLst>
              <a:ext uri="{FF2B5EF4-FFF2-40B4-BE49-F238E27FC236}">
                <a16:creationId xmlns:a16="http://schemas.microsoft.com/office/drawing/2014/main" id="{538FB2B7-B083-A1CF-E289-DC571C013545}"/>
              </a:ext>
            </a:extLst>
          </p:cNvPr>
          <p:cNvSpPr>
            <a:spLocks noGrp="1"/>
          </p:cNvSpPr>
          <p:nvPr>
            <p:ph type="dt" sz="half" idx="10"/>
          </p:nvPr>
        </p:nvSpPr>
        <p:spPr>
          <a:xfrm>
            <a:off x="838200" y="6356350"/>
            <a:ext cx="2743200" cy="365125"/>
          </a:xfrm>
          <a:prstGeom prst="rect">
            <a:avLst/>
          </a:prstGeom>
        </p:spPr>
        <p:txBody>
          <a:bodyPr/>
          <a:lstStyle>
            <a:lvl1pPr>
              <a:defRPr>
                <a:solidFill>
                  <a:prstClr val="white"/>
                </a:solidFill>
                <a:ea typeface="+mn-ea"/>
                <a:cs typeface="Arial" panose="020B0604020202020204" pitchFamily="34" charset="0"/>
              </a:defRPr>
            </a:lvl1pPr>
          </a:lstStyle>
          <a:p>
            <a:pPr>
              <a:defRPr/>
            </a:pPr>
            <a:fld id="{BEE49460-AE81-48BC-A665-6BC0B8883C24}" type="datetime1">
              <a:rPr lang="en-IN"/>
              <a:pPr>
                <a:defRPr/>
              </a:pPr>
              <a:t>27-10-2026</a:t>
            </a:fld>
            <a:endParaRPr lang="en-IN"/>
          </a:p>
        </p:txBody>
      </p:sp>
      <p:sp>
        <p:nvSpPr>
          <p:cNvPr id="4" name="Footer Placeholder 3">
            <a:extLst>
              <a:ext uri="{FF2B5EF4-FFF2-40B4-BE49-F238E27FC236}">
                <a16:creationId xmlns:a16="http://schemas.microsoft.com/office/drawing/2014/main" id="{43AAC5B8-6145-B1C0-3EA1-4DBED855E42A}"/>
              </a:ext>
            </a:extLst>
          </p:cNvPr>
          <p:cNvSpPr>
            <a:spLocks noGrp="1"/>
          </p:cNvSpPr>
          <p:nvPr>
            <p:ph type="ftr" sz="quarter" idx="11"/>
          </p:nvPr>
        </p:nvSpPr>
        <p:spPr>
          <a:xfrm>
            <a:off x="4038600" y="6356350"/>
            <a:ext cx="4114800" cy="365125"/>
          </a:xfrm>
          <a:prstGeom prst="rect">
            <a:avLst/>
          </a:prstGeom>
        </p:spPr>
        <p:txBody>
          <a:bodyPr/>
          <a:lstStyle>
            <a:lvl1pPr>
              <a:defRPr>
                <a:solidFill>
                  <a:prstClr val="white"/>
                </a:solidFill>
                <a:ea typeface="+mn-ea"/>
                <a:cs typeface="Arial" panose="020B0604020202020204" pitchFamily="34" charset="0"/>
              </a:defRPr>
            </a:lvl1pPr>
          </a:lstStyle>
          <a:p>
            <a:pPr>
              <a:defRPr/>
            </a:pPr>
            <a:r>
              <a:rPr lang="en-IN"/>
              <a:t>For internal circulation only</a:t>
            </a:r>
          </a:p>
        </p:txBody>
      </p:sp>
      <p:sp>
        <p:nvSpPr>
          <p:cNvPr id="5" name="Slide Number Placeholder 4">
            <a:extLst>
              <a:ext uri="{FF2B5EF4-FFF2-40B4-BE49-F238E27FC236}">
                <a16:creationId xmlns:a16="http://schemas.microsoft.com/office/drawing/2014/main" id="{1BD4FFB9-C068-0936-23F4-04D3D594D3A2}"/>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a:defRPr>
                <a:solidFill>
                  <a:srgbClr val="FFFFFF"/>
                </a:solidFill>
                <a:cs typeface="Arial" panose="020B0604020202020204" pitchFamily="34" charset="0"/>
              </a:defRPr>
            </a:lvl1pPr>
          </a:lstStyle>
          <a:p>
            <a:pPr>
              <a:defRPr/>
            </a:pPr>
            <a:fld id="{477D706F-4452-42F8-BB40-5CE2289777EE}" type="slidenum">
              <a:rPr lang="en-IN" altLang="en-US"/>
              <a:pPr>
                <a:defRPr/>
              </a:pPr>
              <a:t>‹#›</a:t>
            </a:fld>
            <a:endParaRPr lang="en-IN" altLang="en-US"/>
          </a:p>
        </p:txBody>
      </p:sp>
    </p:spTree>
    <p:extLst>
      <p:ext uri="{BB962C8B-B14F-4D97-AF65-F5344CB8AC3E}">
        <p14:creationId xmlns:p14="http://schemas.microsoft.com/office/powerpoint/2010/main" val="18797251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6" Type="http://schemas.openxmlformats.org/officeDocument/2006/relationships/image" Target="../media/image2.png"/><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image" Target="../media/image1.png"/><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38" Type="http://schemas.openxmlformats.org/officeDocument/2006/relationships/image" Target="../media/image2.png"/><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image" Target="../media/image1.png"/><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theme" Target="../theme/theme3.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slideLayout" Target="../slideLayouts/slideLayout90.xml"/><Relationship Id="rId8" Type="http://schemas.openxmlformats.org/officeDocument/2006/relationships/slideLayout" Target="../slideLayouts/slideLayout63.xml"/><Relationship Id="rId3"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1026" name="Picture 8" descr="Comviva-O.png">
            <a:extLst>
              <a:ext uri="{FF2B5EF4-FFF2-40B4-BE49-F238E27FC236}">
                <a16:creationId xmlns:a16="http://schemas.microsoft.com/office/drawing/2014/main" id="{7C045CB7-73BF-313C-1DAA-176B2B263902}"/>
              </a:ext>
            </a:extLst>
          </p:cNvPr>
          <p:cNvPicPr>
            <a:picLocks noChangeAspect="1"/>
          </p:cNvPicPr>
          <p:nvPr/>
        </p:nvPicPr>
        <p:blipFill>
          <a:blip r:embed="rId44">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53">
            <a:extLst>
              <a:ext uri="{FF2B5EF4-FFF2-40B4-BE49-F238E27FC236}">
                <a16:creationId xmlns:a16="http://schemas.microsoft.com/office/drawing/2014/main" id="{2FB834ED-1690-3FEC-A5DA-431787ECED9A}"/>
              </a:ext>
            </a:extLst>
          </p:cNvPr>
          <p:cNvSpPr>
            <a:spLocks noGrp="1" noChangeArrowheads="1"/>
          </p:cNvSpPr>
          <p:nvPr>
            <p:ph type="title"/>
          </p:nvPr>
        </p:nvSpPr>
        <p:spPr bwMode="auto">
          <a:xfrm>
            <a:off x="304800" y="228600"/>
            <a:ext cx="115760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91440" rIns="0" bIns="0" numCol="1" anchor="t" anchorCtr="0" compatLnSpc="1">
            <a:prstTxWarp prst="textNoShape">
              <a:avLst/>
            </a:prstTxWarp>
            <a:spAutoFit/>
          </a:bodyPr>
          <a:lstStyle/>
          <a:p>
            <a:pPr lvl="0"/>
            <a:r>
              <a:rPr lang="en-US" altLang="en-US"/>
              <a:t>Click to edit Master title style</a:t>
            </a:r>
          </a:p>
        </p:txBody>
      </p:sp>
      <p:sp>
        <p:nvSpPr>
          <p:cNvPr id="6" name="Slide Number Placeholder 12">
            <a:extLst>
              <a:ext uri="{FF2B5EF4-FFF2-40B4-BE49-F238E27FC236}">
                <a16:creationId xmlns:a16="http://schemas.microsoft.com/office/drawing/2014/main" id="{E53C19FA-C701-B0CE-2F96-AAA32012BFD7}"/>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9D8BC673-22A0-44A9-BC46-B334F7017517}"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1029" name="Picture 2" descr="Orb.png">
            <a:extLst>
              <a:ext uri="{FF2B5EF4-FFF2-40B4-BE49-F238E27FC236}">
                <a16:creationId xmlns:a16="http://schemas.microsoft.com/office/drawing/2014/main" id="{2996B8F3-5263-35C5-9A38-72C93A5949B8}"/>
              </a:ext>
            </a:extLst>
          </p:cNvPr>
          <p:cNvPicPr>
            <a:picLocks noChangeAspect="1"/>
          </p:cNvPicPr>
          <p:nvPr/>
        </p:nvPicPr>
        <p:blipFill>
          <a:blip r:embed="rId45">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523462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Lst>
  <p:transition/>
  <p:hf sldNum="0" hdr="0" ftr="0" dt="0"/>
  <p:txStyles>
    <p:titleStyle>
      <a:lvl1pPr algn="l" rtl="0" eaLnBrk="1" fontAlgn="base" hangingPunct="1">
        <a:lnSpc>
          <a:spcPct val="90000"/>
        </a:lnSpc>
        <a:spcBef>
          <a:spcPct val="0"/>
        </a:spcBef>
        <a:spcAft>
          <a:spcPct val="0"/>
        </a:spcAft>
        <a:defRPr lang="en-US" sz="2400" b="1" dirty="0">
          <a:solidFill>
            <a:srgbClr val="C3082B"/>
          </a:solidFill>
          <a:latin typeface="Calibri"/>
          <a:ea typeface="+mj-ea"/>
          <a:cs typeface="Calibri"/>
        </a:defRPr>
      </a:lvl1pPr>
      <a:lvl2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2pPr>
      <a:lvl3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3pPr>
      <a:lvl4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4pPr>
      <a:lvl5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5pPr>
      <a:lvl6pPr marL="342884"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6pPr>
      <a:lvl7pPr marL="685766"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7pPr>
      <a:lvl8pPr marL="1028649"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8pPr>
      <a:lvl9pPr marL="1371532"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9pPr>
    </p:titleStyle>
    <p:bodyStyle>
      <a:lvl1pPr marL="204788" indent="-204788" algn="l" rtl="0" eaLnBrk="1" fontAlgn="base" hangingPunct="1">
        <a:spcBef>
          <a:spcPct val="0"/>
        </a:spcBef>
        <a:spcAft>
          <a:spcPts val="900"/>
        </a:spcAft>
        <a:buClr>
          <a:srgbClr val="C3082B"/>
        </a:buClr>
        <a:buSzPct val="90000"/>
        <a:buFont typeface="Wingdings" panose="05000000000000000000" pitchFamily="2" charset="2"/>
        <a:buChar char="§"/>
        <a:defRPr lang="en-US" sz="2100" dirty="0">
          <a:solidFill>
            <a:schemeClr val="tx1"/>
          </a:solidFill>
          <a:latin typeface="Calibri"/>
          <a:ea typeface="+mn-ea"/>
          <a:cs typeface="Calibri"/>
        </a:defRPr>
      </a:lvl1pPr>
      <a:lvl2pPr marL="479425" indent="-204788" algn="l" rtl="0" eaLnBrk="1" fontAlgn="base" hangingPunct="1">
        <a:spcBef>
          <a:spcPct val="0"/>
        </a:spcBef>
        <a:spcAft>
          <a:spcPts val="900"/>
        </a:spcAft>
        <a:buClr>
          <a:srgbClr val="C3082B"/>
        </a:buClr>
        <a:buSzPct val="90000"/>
        <a:buFont typeface="Arial" panose="020B0604020202020204" pitchFamily="34" charset="0"/>
        <a:buChar char="–"/>
        <a:defRPr lang="en-US" dirty="0">
          <a:solidFill>
            <a:schemeClr val="tx1"/>
          </a:solidFill>
          <a:latin typeface="Calibri"/>
          <a:ea typeface="+mn-ea"/>
          <a:cs typeface="Calibri"/>
        </a:defRPr>
      </a:lvl2pPr>
      <a:lvl3pPr marL="685800" indent="-204788" algn="l" rtl="0" eaLnBrk="1" fontAlgn="base" hangingPunct="1">
        <a:spcBef>
          <a:spcPct val="0"/>
        </a:spcBef>
        <a:spcAft>
          <a:spcPts val="900"/>
        </a:spcAft>
        <a:buClr>
          <a:srgbClr val="C3082B"/>
        </a:buClr>
        <a:buSzPct val="90000"/>
        <a:buFont typeface="Wingdings" panose="05000000000000000000" pitchFamily="2" charset="2"/>
        <a:buChar char="§"/>
        <a:defRPr lang="en-US" sz="1600" dirty="0">
          <a:solidFill>
            <a:schemeClr val="tx1"/>
          </a:solidFill>
          <a:latin typeface="Calibri"/>
          <a:ea typeface="+mn-ea"/>
          <a:cs typeface="Calibri"/>
        </a:defRPr>
      </a:lvl3pPr>
      <a:lvl4pPr marL="925513" indent="-204788" algn="l" rtl="0" eaLnBrk="1" fontAlgn="base" hangingPunct="1">
        <a:spcBef>
          <a:spcPct val="0"/>
        </a:spcBef>
        <a:spcAft>
          <a:spcPts val="900"/>
        </a:spcAft>
        <a:buClr>
          <a:srgbClr val="C3082B"/>
        </a:buClr>
        <a:buSzPct val="90000"/>
        <a:buFont typeface="Arial" panose="020B0604020202020204" pitchFamily="34" charset="0"/>
        <a:buChar char="–"/>
        <a:defRPr lang="en-US" sz="1600" dirty="0">
          <a:solidFill>
            <a:schemeClr val="tx1"/>
          </a:solidFill>
          <a:latin typeface="Calibri"/>
          <a:ea typeface="+mn-ea"/>
          <a:cs typeface="Calibri"/>
        </a:defRPr>
      </a:lvl4pPr>
      <a:lvl5pPr marL="1130300" indent="-204788" algn="l" rtl="0" eaLnBrk="1" fontAlgn="base" hangingPunct="1">
        <a:spcBef>
          <a:spcPct val="0"/>
        </a:spcBef>
        <a:spcAft>
          <a:spcPts val="900"/>
        </a:spcAft>
        <a:buClr>
          <a:srgbClr val="C3082B"/>
        </a:buClr>
        <a:buSzPct val="90000"/>
        <a:buFont typeface="Wingdings" panose="05000000000000000000" pitchFamily="2" charset="2"/>
        <a:buChar char="§"/>
        <a:defRPr lang="en-US" sz="1600" dirty="0">
          <a:solidFill>
            <a:schemeClr val="tx1"/>
          </a:solidFill>
          <a:latin typeface="Calibri"/>
          <a:ea typeface="+mn-ea"/>
          <a:cs typeface="Calibri"/>
        </a:defRPr>
      </a:lvl5pPr>
      <a:lvl6pPr marL="1465586"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6pPr>
      <a:lvl7pPr marL="1808470"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7pPr>
      <a:lvl8pPr marL="2151353"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8pPr>
      <a:lvl9pPr marL="2494236"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8" descr="Comviva-O.png">
            <a:extLst>
              <a:ext uri="{FF2B5EF4-FFF2-40B4-BE49-F238E27FC236}">
                <a16:creationId xmlns:a16="http://schemas.microsoft.com/office/drawing/2014/main" id="{813AEC5D-2AD4-7481-8F22-B53D6A958FD7}"/>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53">
            <a:extLst>
              <a:ext uri="{FF2B5EF4-FFF2-40B4-BE49-F238E27FC236}">
                <a16:creationId xmlns:a16="http://schemas.microsoft.com/office/drawing/2014/main" id="{8591BE01-EE72-507F-2A31-711C2A7BE364}"/>
              </a:ext>
            </a:extLst>
          </p:cNvPr>
          <p:cNvSpPr>
            <a:spLocks noGrp="1" noChangeArrowheads="1"/>
          </p:cNvSpPr>
          <p:nvPr>
            <p:ph type="title"/>
          </p:nvPr>
        </p:nvSpPr>
        <p:spPr bwMode="auto">
          <a:xfrm>
            <a:off x="304800" y="228600"/>
            <a:ext cx="115760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91440" rIns="0" bIns="0" numCol="1" anchor="t" anchorCtr="0" compatLnSpc="1">
            <a:prstTxWarp prst="textNoShape">
              <a:avLst/>
            </a:prstTxWarp>
            <a:spAutoFit/>
          </a:bodyPr>
          <a:lstStyle/>
          <a:p>
            <a:pPr lvl="0"/>
            <a:r>
              <a:rPr lang="en-US" altLang="en-US"/>
              <a:t>Click to edit Master title style</a:t>
            </a:r>
          </a:p>
        </p:txBody>
      </p:sp>
      <p:sp>
        <p:nvSpPr>
          <p:cNvPr id="2052" name="Text Placeholder 1">
            <a:extLst>
              <a:ext uri="{FF2B5EF4-FFF2-40B4-BE49-F238E27FC236}">
                <a16:creationId xmlns:a16="http://schemas.microsoft.com/office/drawing/2014/main" id="{49635267-5083-5454-C3BA-E5F8E692E225}"/>
              </a:ext>
            </a:extLst>
          </p:cNvPr>
          <p:cNvSpPr>
            <a:spLocks noGrp="1"/>
          </p:cNvSpPr>
          <p:nvPr>
            <p:ph type="body" idx="1"/>
          </p:nvPr>
        </p:nvSpPr>
        <p:spPr bwMode="gray">
          <a:xfrm>
            <a:off x="304800" y="1325563"/>
            <a:ext cx="11576050"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4572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12">
            <a:extLst>
              <a:ext uri="{FF2B5EF4-FFF2-40B4-BE49-F238E27FC236}">
                <a16:creationId xmlns:a16="http://schemas.microsoft.com/office/drawing/2014/main" id="{70A9BEB0-65C1-DC06-33AA-DAE525843586}"/>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D09E7FDB-7285-4379-B03A-176A0736AD6B}"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2054" name="Picture 2" descr="Orb.png">
            <a:extLst>
              <a:ext uri="{FF2B5EF4-FFF2-40B4-BE49-F238E27FC236}">
                <a16:creationId xmlns:a16="http://schemas.microsoft.com/office/drawing/2014/main" id="{E4EA1D2B-C2FC-0BE8-590A-3C765BE47181}"/>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876552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transition/>
  <p:txStyles>
    <p:titleStyle>
      <a:lvl1pPr algn="l" rtl="0" eaLnBrk="1" fontAlgn="base" hangingPunct="1">
        <a:lnSpc>
          <a:spcPct val="90000"/>
        </a:lnSpc>
        <a:spcBef>
          <a:spcPct val="0"/>
        </a:spcBef>
        <a:spcAft>
          <a:spcPct val="0"/>
        </a:spcAft>
        <a:defRPr lang="en-US" sz="2400" b="1" dirty="0">
          <a:solidFill>
            <a:srgbClr val="C3082B"/>
          </a:solidFill>
          <a:latin typeface="Calibri"/>
          <a:ea typeface="+mj-ea"/>
          <a:cs typeface="Calibri"/>
        </a:defRPr>
      </a:lvl1pPr>
      <a:lvl2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2pPr>
      <a:lvl3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3pPr>
      <a:lvl4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4pPr>
      <a:lvl5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5pPr>
      <a:lvl6pPr marL="342884"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6pPr>
      <a:lvl7pPr marL="685766"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7pPr>
      <a:lvl8pPr marL="1028649"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8pPr>
      <a:lvl9pPr marL="1371532"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9pPr>
    </p:titleStyle>
    <p:bodyStyle>
      <a:lvl1pPr marL="204788" indent="-204788" algn="l" rtl="0" eaLnBrk="1" fontAlgn="base" hangingPunct="1">
        <a:spcBef>
          <a:spcPct val="0"/>
        </a:spcBef>
        <a:spcAft>
          <a:spcPts val="900"/>
        </a:spcAft>
        <a:buClr>
          <a:srgbClr val="C3082B"/>
        </a:buClr>
        <a:buSzPct val="90000"/>
        <a:buFont typeface="Wingdings" panose="05000000000000000000" pitchFamily="2" charset="2"/>
        <a:buChar char="§"/>
        <a:defRPr lang="en-US" sz="2100" dirty="0">
          <a:solidFill>
            <a:schemeClr val="tx1"/>
          </a:solidFill>
          <a:latin typeface="Calibri"/>
          <a:ea typeface="+mn-ea"/>
          <a:cs typeface="Calibri"/>
        </a:defRPr>
      </a:lvl1pPr>
      <a:lvl2pPr marL="479425" indent="-204788" algn="l" rtl="0" eaLnBrk="1" fontAlgn="base" hangingPunct="1">
        <a:spcBef>
          <a:spcPct val="0"/>
        </a:spcBef>
        <a:spcAft>
          <a:spcPts val="900"/>
        </a:spcAft>
        <a:buClr>
          <a:srgbClr val="C3082B"/>
        </a:buClr>
        <a:buSzPct val="90000"/>
        <a:buFont typeface="Arial" panose="020B0604020202020204" pitchFamily="34" charset="0"/>
        <a:buChar char="–"/>
        <a:defRPr lang="en-US" dirty="0">
          <a:solidFill>
            <a:schemeClr val="tx1"/>
          </a:solidFill>
          <a:latin typeface="Calibri"/>
          <a:ea typeface="+mn-ea"/>
          <a:cs typeface="Calibri"/>
        </a:defRPr>
      </a:lvl2pPr>
      <a:lvl3pPr marL="685800" indent="-204788" algn="l" rtl="0" eaLnBrk="1" fontAlgn="base" hangingPunct="1">
        <a:spcBef>
          <a:spcPct val="0"/>
        </a:spcBef>
        <a:spcAft>
          <a:spcPts val="900"/>
        </a:spcAft>
        <a:buClr>
          <a:srgbClr val="C3082B"/>
        </a:buClr>
        <a:buSzPct val="90000"/>
        <a:buFont typeface="Wingdings" panose="05000000000000000000" pitchFamily="2" charset="2"/>
        <a:buChar char="§"/>
        <a:defRPr lang="en-US" sz="1600" dirty="0">
          <a:solidFill>
            <a:schemeClr val="tx1"/>
          </a:solidFill>
          <a:latin typeface="Calibri"/>
          <a:ea typeface="+mn-ea"/>
          <a:cs typeface="Calibri"/>
        </a:defRPr>
      </a:lvl3pPr>
      <a:lvl4pPr marL="925513" indent="-204788" algn="l" rtl="0" eaLnBrk="1" fontAlgn="base" hangingPunct="1">
        <a:spcBef>
          <a:spcPct val="0"/>
        </a:spcBef>
        <a:spcAft>
          <a:spcPts val="900"/>
        </a:spcAft>
        <a:buClr>
          <a:srgbClr val="C3082B"/>
        </a:buClr>
        <a:buSzPct val="90000"/>
        <a:buFont typeface="Arial" panose="020B0604020202020204" pitchFamily="34" charset="0"/>
        <a:buChar char="–"/>
        <a:defRPr lang="en-US" sz="1600" dirty="0">
          <a:solidFill>
            <a:schemeClr val="tx1"/>
          </a:solidFill>
          <a:latin typeface="Calibri"/>
          <a:ea typeface="+mn-ea"/>
          <a:cs typeface="Calibri"/>
        </a:defRPr>
      </a:lvl4pPr>
      <a:lvl5pPr marL="1130300" indent="-204788" algn="l" rtl="0" eaLnBrk="1" fontAlgn="base" hangingPunct="1">
        <a:spcBef>
          <a:spcPct val="0"/>
        </a:spcBef>
        <a:spcAft>
          <a:spcPts val="900"/>
        </a:spcAft>
        <a:buClr>
          <a:srgbClr val="C3082B"/>
        </a:buClr>
        <a:buSzPct val="90000"/>
        <a:buFont typeface="Wingdings" panose="05000000000000000000" pitchFamily="2" charset="2"/>
        <a:buChar char="§"/>
        <a:defRPr lang="en-US" sz="1600" dirty="0">
          <a:solidFill>
            <a:schemeClr val="tx1"/>
          </a:solidFill>
          <a:latin typeface="Calibri"/>
          <a:ea typeface="+mn-ea"/>
          <a:cs typeface="Calibri"/>
        </a:defRPr>
      </a:lvl5pPr>
      <a:lvl6pPr marL="1465586"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6pPr>
      <a:lvl7pPr marL="1808470"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7pPr>
      <a:lvl8pPr marL="2151353"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8pPr>
      <a:lvl9pPr marL="2494236" indent="-129773"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3074" name="Picture 8" descr="Comviva-O.png">
            <a:extLst>
              <a:ext uri="{FF2B5EF4-FFF2-40B4-BE49-F238E27FC236}">
                <a16:creationId xmlns:a16="http://schemas.microsoft.com/office/drawing/2014/main" id="{341FE2C7-DBA3-6738-0D6B-1D539480E99A}"/>
              </a:ext>
            </a:extLst>
          </p:cNvPr>
          <p:cNvPicPr>
            <a:picLocks noChangeAspect="1"/>
          </p:cNvPicPr>
          <p:nvPr/>
        </p:nvPicPr>
        <p:blipFill>
          <a:blip r:embed="rId37">
            <a:extLst>
              <a:ext uri="{28A0092B-C50C-407E-A947-70E740481C1C}">
                <a14:useLocalDpi xmlns:a14="http://schemas.microsoft.com/office/drawing/2010/main" val="0"/>
              </a:ext>
            </a:extLst>
          </a:blip>
          <a:srcRect/>
          <a:stretch>
            <a:fillRect/>
          </a:stretch>
        </p:blipFill>
        <p:spPr bwMode="auto">
          <a:xfrm>
            <a:off x="0" y="-793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3">
            <a:extLst>
              <a:ext uri="{FF2B5EF4-FFF2-40B4-BE49-F238E27FC236}">
                <a16:creationId xmlns:a16="http://schemas.microsoft.com/office/drawing/2014/main" id="{32BE2179-2F15-1B8E-15CB-B7D6E481D6E8}"/>
              </a:ext>
            </a:extLst>
          </p:cNvPr>
          <p:cNvSpPr>
            <a:spLocks noGrp="1" noChangeArrowheads="1"/>
          </p:cNvSpPr>
          <p:nvPr>
            <p:ph type="title"/>
          </p:nvPr>
        </p:nvSpPr>
        <p:spPr bwMode="auto">
          <a:xfrm>
            <a:off x="304800" y="228600"/>
            <a:ext cx="115760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91436" rIns="0" bIns="0" numCol="1" anchor="t" anchorCtr="0" compatLnSpc="1">
            <a:prstTxWarp prst="textNoShape">
              <a:avLst/>
            </a:prstTxWarp>
            <a:spAutoFit/>
          </a:bodyPr>
          <a:lstStyle/>
          <a:p>
            <a:pPr lvl="0"/>
            <a:r>
              <a:rPr lang="en-US" altLang="en-US"/>
              <a:t>Click to edit Master title style</a:t>
            </a:r>
          </a:p>
        </p:txBody>
      </p:sp>
      <p:sp>
        <p:nvSpPr>
          <p:cNvPr id="3076" name="Text Placeholder 1">
            <a:extLst>
              <a:ext uri="{FF2B5EF4-FFF2-40B4-BE49-F238E27FC236}">
                <a16:creationId xmlns:a16="http://schemas.microsoft.com/office/drawing/2014/main" id="{2C3DA047-1BE8-A87B-FD58-CAF149358FF2}"/>
              </a:ext>
            </a:extLst>
          </p:cNvPr>
          <p:cNvSpPr>
            <a:spLocks noGrp="1"/>
          </p:cNvSpPr>
          <p:nvPr>
            <p:ph type="body" idx="1"/>
          </p:nvPr>
        </p:nvSpPr>
        <p:spPr bwMode="gray">
          <a:xfrm>
            <a:off x="304800" y="1325563"/>
            <a:ext cx="11576050"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45718"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12">
            <a:extLst>
              <a:ext uri="{FF2B5EF4-FFF2-40B4-BE49-F238E27FC236}">
                <a16:creationId xmlns:a16="http://schemas.microsoft.com/office/drawing/2014/main" id="{14FE9278-4EF5-0210-C121-E655603ECCAA}"/>
              </a:ext>
            </a:extLst>
          </p:cNvPr>
          <p:cNvSpPr txBox="1">
            <a:spLocks/>
          </p:cNvSpPr>
          <p:nvPr/>
        </p:nvSpPr>
        <p:spPr bwMode="gray">
          <a:xfrm>
            <a:off x="304800" y="6470650"/>
            <a:ext cx="2957513" cy="73025"/>
          </a:xfrm>
          <a:prstGeom prst="rect">
            <a:avLst/>
          </a:prstGeom>
          <a:noFill/>
          <a:ln w="12700">
            <a:noFill/>
            <a:miter lim="800000"/>
            <a:headEnd type="none" w="sm" len="sm"/>
            <a:tailEnd type="none" w="sm" len="sm"/>
          </a:ln>
          <a:effectLst/>
        </p:spPr>
        <p:txBody>
          <a:bodyPr lIns="0" tIns="0" rIns="0" bIns="0" anchor="b">
            <a:spAutoFit/>
          </a:bodyPr>
          <a:lstStyle>
            <a:lvl1pPr>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742950" indent="-28575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tabLst>
                <a:tab pos="169863"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90000"/>
              </a:lnSpc>
              <a:spcAft>
                <a:spcPts val="450"/>
              </a:spcAft>
              <a:defRPr/>
            </a:pPr>
            <a:fld id="{2A24E104-CB02-4EA4-8EA2-0CACA8C0DD63}" type="slidenum">
              <a:rPr lang="en-US" altLang="en-US" sz="500" smtClean="0">
                <a:solidFill>
                  <a:srgbClr val="B2B2B2"/>
                </a:solidFill>
              </a:rPr>
              <a:pPr>
                <a:lnSpc>
                  <a:spcPct val="90000"/>
                </a:lnSpc>
                <a:spcAft>
                  <a:spcPts val="450"/>
                </a:spcAft>
                <a:defRPr/>
              </a:pPr>
              <a:t>‹#›</a:t>
            </a:fld>
            <a:r>
              <a:rPr lang="en-US" altLang="en-US" sz="500">
                <a:solidFill>
                  <a:srgbClr val="B2B2B2"/>
                </a:solidFill>
              </a:rPr>
              <a:t>	 © 2019 Comviva Technologies Limited. All rights reserved.</a:t>
            </a:r>
          </a:p>
        </p:txBody>
      </p:sp>
      <p:pic>
        <p:nvPicPr>
          <p:cNvPr id="3078" name="Picture 2" descr="Orb.png">
            <a:extLst>
              <a:ext uri="{FF2B5EF4-FFF2-40B4-BE49-F238E27FC236}">
                <a16:creationId xmlns:a16="http://schemas.microsoft.com/office/drawing/2014/main" id="{DECEC136-4A18-2FB5-A5C7-127B0C7307E7}"/>
              </a:ext>
            </a:extLst>
          </p:cNvPr>
          <p:cNvPicPr>
            <a:picLocks noChangeAspect="1"/>
          </p:cNvPicPr>
          <p:nvPr/>
        </p:nvPicPr>
        <p:blipFill>
          <a:blip r:embed="rId38">
            <a:extLst>
              <a:ext uri="{28A0092B-C50C-407E-A947-70E740481C1C}">
                <a14:useLocalDpi xmlns:a14="http://schemas.microsoft.com/office/drawing/2010/main" val="0"/>
              </a:ext>
            </a:extLst>
          </a:blip>
          <a:srcRect/>
          <a:stretch>
            <a:fillRect/>
          </a:stretch>
        </p:blipFill>
        <p:spPr bwMode="auto">
          <a:xfrm>
            <a:off x="11080750" y="5988050"/>
            <a:ext cx="64770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325492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Lst>
  <p:transition/>
  <p:hf sldNum="0" hdr="0" ftr="0" dt="0"/>
  <p:txStyles>
    <p:titleStyle>
      <a:lvl1pPr algn="l" rtl="0" eaLnBrk="1" fontAlgn="base" hangingPunct="1">
        <a:lnSpc>
          <a:spcPct val="90000"/>
        </a:lnSpc>
        <a:spcBef>
          <a:spcPct val="0"/>
        </a:spcBef>
        <a:spcAft>
          <a:spcPct val="0"/>
        </a:spcAft>
        <a:defRPr lang="en-US" sz="2400" b="1" dirty="0">
          <a:solidFill>
            <a:srgbClr val="C3082B"/>
          </a:solidFill>
          <a:latin typeface="Calibri"/>
          <a:ea typeface="+mj-ea"/>
          <a:cs typeface="Calibri"/>
        </a:defRPr>
      </a:lvl1pPr>
      <a:lvl2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2pPr>
      <a:lvl3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3pPr>
      <a:lvl4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4pPr>
      <a:lvl5pPr algn="l" rtl="0" eaLnBrk="1" fontAlgn="base" hangingPunct="1">
        <a:lnSpc>
          <a:spcPct val="90000"/>
        </a:lnSpc>
        <a:spcBef>
          <a:spcPct val="0"/>
        </a:spcBef>
        <a:spcAft>
          <a:spcPct val="0"/>
        </a:spcAft>
        <a:defRPr sz="2400" b="1">
          <a:solidFill>
            <a:srgbClr val="C3082B"/>
          </a:solidFill>
          <a:latin typeface="Calibri" panose="020F0502020204030204" pitchFamily="34" charset="0"/>
          <a:ea typeface="Arial Unicode MS" pitchFamily="34" charset="-128"/>
          <a:cs typeface="Calibri" panose="020F0502020204030204" pitchFamily="34" charset="0"/>
        </a:defRPr>
      </a:lvl5pPr>
      <a:lvl6pPr marL="342870"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6pPr>
      <a:lvl7pPr marL="685739"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7pPr>
      <a:lvl8pPr marL="1028608"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8pPr>
      <a:lvl9pPr marL="1371477" algn="l" rtl="0" eaLnBrk="1" fontAlgn="base" hangingPunct="1">
        <a:spcBef>
          <a:spcPct val="0"/>
        </a:spcBef>
        <a:spcAft>
          <a:spcPct val="0"/>
        </a:spcAft>
        <a:defRPr sz="2400" b="1">
          <a:solidFill>
            <a:srgbClr val="00529B"/>
          </a:solidFill>
          <a:latin typeface="Arial" charset="0"/>
          <a:ea typeface="Arial Unicode MS" pitchFamily="34" charset="-128"/>
          <a:cs typeface="Arial Unicode MS" pitchFamily="34" charset="-128"/>
        </a:defRPr>
      </a:lvl9pPr>
    </p:titleStyle>
    <p:bodyStyle>
      <a:lvl1pPr marL="204788" indent="-204788" algn="l" rtl="0" eaLnBrk="1" fontAlgn="base" hangingPunct="1">
        <a:spcBef>
          <a:spcPct val="0"/>
        </a:spcBef>
        <a:spcAft>
          <a:spcPts val="900"/>
        </a:spcAft>
        <a:buClr>
          <a:srgbClr val="C3082B"/>
        </a:buClr>
        <a:buSzPct val="90000"/>
        <a:buFont typeface="Wingdings" panose="05000000000000000000" pitchFamily="2" charset="2"/>
        <a:buChar char="§"/>
        <a:defRPr lang="en-US" sz="2100" dirty="0">
          <a:solidFill>
            <a:schemeClr val="tx1"/>
          </a:solidFill>
          <a:latin typeface="Calibri"/>
          <a:ea typeface="+mn-ea"/>
          <a:cs typeface="Calibri"/>
        </a:defRPr>
      </a:lvl1pPr>
      <a:lvl2pPr marL="479425" indent="-204788" algn="l" rtl="0" eaLnBrk="1" fontAlgn="base" hangingPunct="1">
        <a:spcBef>
          <a:spcPct val="0"/>
        </a:spcBef>
        <a:spcAft>
          <a:spcPts val="900"/>
        </a:spcAft>
        <a:buClr>
          <a:srgbClr val="C3082B"/>
        </a:buClr>
        <a:buSzPct val="90000"/>
        <a:buFont typeface="Arial" panose="020B0604020202020204" pitchFamily="34" charset="0"/>
        <a:buChar char="–"/>
        <a:defRPr lang="en-US" dirty="0">
          <a:solidFill>
            <a:schemeClr val="tx1"/>
          </a:solidFill>
          <a:latin typeface="Calibri"/>
          <a:ea typeface="+mn-ea"/>
          <a:cs typeface="Calibri"/>
        </a:defRPr>
      </a:lvl2pPr>
      <a:lvl3pPr marL="684213" indent="-204788" algn="l" rtl="0" eaLnBrk="1" fontAlgn="base" hangingPunct="1">
        <a:spcBef>
          <a:spcPct val="0"/>
        </a:spcBef>
        <a:spcAft>
          <a:spcPts val="900"/>
        </a:spcAft>
        <a:buClr>
          <a:srgbClr val="C3082B"/>
        </a:buClr>
        <a:buSzPct val="90000"/>
        <a:buFont typeface="Wingdings" panose="05000000000000000000" pitchFamily="2" charset="2"/>
        <a:buChar char="§"/>
        <a:defRPr lang="en-US" sz="1600" dirty="0">
          <a:solidFill>
            <a:schemeClr val="tx1"/>
          </a:solidFill>
          <a:latin typeface="Calibri"/>
          <a:ea typeface="+mn-ea"/>
          <a:cs typeface="Calibri"/>
        </a:defRPr>
      </a:lvl3pPr>
      <a:lvl4pPr marL="925513" indent="-204788" algn="l" rtl="0" eaLnBrk="1" fontAlgn="base" hangingPunct="1">
        <a:spcBef>
          <a:spcPct val="0"/>
        </a:spcBef>
        <a:spcAft>
          <a:spcPts val="900"/>
        </a:spcAft>
        <a:buClr>
          <a:srgbClr val="C3082B"/>
        </a:buClr>
        <a:buSzPct val="90000"/>
        <a:buFont typeface="Arial" panose="020B0604020202020204" pitchFamily="34" charset="0"/>
        <a:buChar char="–"/>
        <a:defRPr lang="en-US" sz="1600" dirty="0">
          <a:solidFill>
            <a:schemeClr val="tx1"/>
          </a:solidFill>
          <a:latin typeface="Calibri"/>
          <a:ea typeface="+mn-ea"/>
          <a:cs typeface="Calibri"/>
        </a:defRPr>
      </a:lvl4pPr>
      <a:lvl5pPr marL="1130300" indent="-204788" algn="l" rtl="0" eaLnBrk="1" fontAlgn="base" hangingPunct="1">
        <a:spcBef>
          <a:spcPct val="0"/>
        </a:spcBef>
        <a:spcAft>
          <a:spcPts val="900"/>
        </a:spcAft>
        <a:buClr>
          <a:srgbClr val="C3082B"/>
        </a:buClr>
        <a:buSzPct val="90000"/>
        <a:buFont typeface="Wingdings" panose="05000000000000000000" pitchFamily="2" charset="2"/>
        <a:buChar char="§"/>
        <a:defRPr lang="en-US" sz="1600" dirty="0">
          <a:solidFill>
            <a:schemeClr val="tx1"/>
          </a:solidFill>
          <a:latin typeface="Calibri"/>
          <a:ea typeface="+mn-ea"/>
          <a:cs typeface="Calibri"/>
        </a:defRPr>
      </a:lvl5pPr>
      <a:lvl6pPr marL="1465528" indent="-129767"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6pPr>
      <a:lvl7pPr marL="1808398" indent="-129767"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7pPr>
      <a:lvl8pPr marL="2151267" indent="-129767"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8pPr>
      <a:lvl9pPr marL="2494136" indent="-129767" algn="l" rtl="0" eaLnBrk="1" fontAlgn="base" hangingPunct="1">
        <a:lnSpc>
          <a:spcPct val="90000"/>
        </a:lnSpc>
        <a:spcBef>
          <a:spcPct val="30000"/>
        </a:spcBef>
        <a:spcAft>
          <a:spcPct val="10000"/>
        </a:spcAft>
        <a:buClr>
          <a:schemeClr val="tx1"/>
        </a:buClr>
        <a:buFont typeface="Times" pitchFamily="18" charset="0"/>
        <a:buChar char="•"/>
        <a:defRPr sz="1500">
          <a:solidFill>
            <a:schemeClr val="tx1"/>
          </a:solidFill>
          <a:latin typeface="+mn-lt"/>
          <a:ea typeface="+mn-ea"/>
          <a:cs typeface="+mn-cs"/>
        </a:defRPr>
      </a:lvl9pPr>
    </p:bodyStyle>
    <p:otherStyle>
      <a:defPPr>
        <a:defRPr lang="en-US"/>
      </a:defPPr>
      <a:lvl1pPr marL="0" algn="l" defTabSz="685739" rtl="0" eaLnBrk="1" latinLnBrk="0" hangingPunct="1">
        <a:defRPr sz="1350" kern="1200">
          <a:solidFill>
            <a:schemeClr val="tx1"/>
          </a:solidFill>
          <a:latin typeface="+mn-lt"/>
          <a:ea typeface="+mn-ea"/>
          <a:cs typeface="+mn-cs"/>
        </a:defRPr>
      </a:lvl1pPr>
      <a:lvl2pPr marL="342870" algn="l" defTabSz="685739" rtl="0" eaLnBrk="1" latinLnBrk="0" hangingPunct="1">
        <a:defRPr sz="1350" kern="1200">
          <a:solidFill>
            <a:schemeClr val="tx1"/>
          </a:solidFill>
          <a:latin typeface="+mn-lt"/>
          <a:ea typeface="+mn-ea"/>
          <a:cs typeface="+mn-cs"/>
        </a:defRPr>
      </a:lvl2pPr>
      <a:lvl3pPr marL="685739" algn="l" defTabSz="685739" rtl="0" eaLnBrk="1" latinLnBrk="0" hangingPunct="1">
        <a:defRPr sz="1350" kern="1200">
          <a:solidFill>
            <a:schemeClr val="tx1"/>
          </a:solidFill>
          <a:latin typeface="+mn-lt"/>
          <a:ea typeface="+mn-ea"/>
          <a:cs typeface="+mn-cs"/>
        </a:defRPr>
      </a:lvl3pPr>
      <a:lvl4pPr marL="1028608" algn="l" defTabSz="685739" rtl="0" eaLnBrk="1" latinLnBrk="0" hangingPunct="1">
        <a:defRPr sz="1350" kern="1200">
          <a:solidFill>
            <a:schemeClr val="tx1"/>
          </a:solidFill>
          <a:latin typeface="+mn-lt"/>
          <a:ea typeface="+mn-ea"/>
          <a:cs typeface="+mn-cs"/>
        </a:defRPr>
      </a:lvl4pPr>
      <a:lvl5pPr marL="1371477" algn="l" defTabSz="685739" rtl="0" eaLnBrk="1" latinLnBrk="0" hangingPunct="1">
        <a:defRPr sz="1350" kern="1200">
          <a:solidFill>
            <a:schemeClr val="tx1"/>
          </a:solidFill>
          <a:latin typeface="+mn-lt"/>
          <a:ea typeface="+mn-ea"/>
          <a:cs typeface="+mn-cs"/>
        </a:defRPr>
      </a:lvl5pPr>
      <a:lvl6pPr marL="1714346" algn="l" defTabSz="685739" rtl="0" eaLnBrk="1" latinLnBrk="0" hangingPunct="1">
        <a:defRPr sz="1350" kern="1200">
          <a:solidFill>
            <a:schemeClr val="tx1"/>
          </a:solidFill>
          <a:latin typeface="+mn-lt"/>
          <a:ea typeface="+mn-ea"/>
          <a:cs typeface="+mn-cs"/>
        </a:defRPr>
      </a:lvl6pPr>
      <a:lvl7pPr marL="2057214" algn="l" defTabSz="685739" rtl="0" eaLnBrk="1" latinLnBrk="0" hangingPunct="1">
        <a:defRPr sz="1350" kern="1200">
          <a:solidFill>
            <a:schemeClr val="tx1"/>
          </a:solidFill>
          <a:latin typeface="+mn-lt"/>
          <a:ea typeface="+mn-ea"/>
          <a:cs typeface="+mn-cs"/>
        </a:defRPr>
      </a:lvl7pPr>
      <a:lvl8pPr marL="2400084" algn="l" defTabSz="685739" rtl="0" eaLnBrk="1" latinLnBrk="0" hangingPunct="1">
        <a:defRPr sz="1350" kern="1200">
          <a:solidFill>
            <a:schemeClr val="tx1"/>
          </a:solidFill>
          <a:latin typeface="+mn-lt"/>
          <a:ea typeface="+mn-ea"/>
          <a:cs typeface="+mn-cs"/>
        </a:defRPr>
      </a:lvl8pPr>
      <a:lvl9pPr marL="2742954" algn="l" defTabSz="685739"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42.xml"/><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xml"/><Relationship Id="rId1" Type="http://schemas.openxmlformats.org/officeDocument/2006/relationships/slideLayout" Target="../slideLayouts/slideLayout42.xml"/><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42.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4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4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2.xml"/><Relationship Id="rId1" Type="http://schemas.openxmlformats.org/officeDocument/2006/relationships/slideLayout" Target="../slideLayouts/slideLayout42.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2.xml"/></Relationships>
</file>

<file path=ppt/slides/_rels/slide6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6.xml"/><Relationship Id="rId1" Type="http://schemas.openxmlformats.org/officeDocument/2006/relationships/slideLayout" Target="../slideLayouts/slideLayout4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787380" y="1282383"/>
            <a:ext cx="642603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FFFF"/>
                </a:solidFill>
                <a:latin typeface="Lexend Medium" pitchFamily="34" charset="0"/>
                <a:ea typeface="Lexend Medium" pitchFamily="34" charset="-122"/>
                <a:cs typeface="Lexend Medium" pitchFamily="34" charset="0"/>
              </a:rPr>
              <a:t>CAPSTONE PROJECT</a:t>
            </a:r>
            <a:endParaRPr lang="en-US" sz="1300" dirty="0"/>
          </a:p>
        </p:txBody>
      </p:sp>
      <p:sp>
        <p:nvSpPr>
          <p:cNvPr id="4" name="Text 1"/>
          <p:cNvSpPr/>
          <p:nvPr/>
        </p:nvSpPr>
        <p:spPr>
          <a:xfrm>
            <a:off x="787380" y="1629394"/>
            <a:ext cx="5816454" cy="1042392"/>
          </a:xfrm>
          <a:prstGeom prst="rect">
            <a:avLst/>
          </a:prstGeom>
          <a:noFill/>
          <a:ln/>
        </p:spPr>
        <p:txBody>
          <a:bodyPr wrap="square" lIns="0" tIns="0" rIns="0" bIns="0" rtlCol="0" anchor="t">
            <a:normAutofit lnSpcReduction="10000"/>
          </a:bodyPr>
          <a:lstStyle/>
          <a:p>
            <a:pPr marL="0" indent="0" algn="l">
              <a:lnSpc>
                <a:spcPct val="90000"/>
              </a:lnSpc>
              <a:buNone/>
            </a:pPr>
            <a:r>
              <a:rPr lang="en-US" sz="3800" kern="100" spc="-38" dirty="0">
                <a:solidFill>
                  <a:srgbClr val="FFFFFF"/>
                </a:solidFill>
                <a:latin typeface="Merriweather" pitchFamily="34" charset="0"/>
                <a:ea typeface="Merriweather" pitchFamily="34" charset="-122"/>
                <a:cs typeface="Merriweather" pitchFamily="34" charset="0"/>
              </a:rPr>
              <a:t>Product Inventory Management System</a:t>
            </a:r>
            <a:endParaRPr lang="en-US" sz="3800" dirty="0"/>
          </a:p>
        </p:txBody>
      </p:sp>
      <p:sp>
        <p:nvSpPr>
          <p:cNvPr id="5" name="Text 2"/>
          <p:cNvSpPr/>
          <p:nvPr/>
        </p:nvSpPr>
        <p:spPr>
          <a:xfrm>
            <a:off x="787380" y="2935883"/>
            <a:ext cx="6426039" cy="411460"/>
          </a:xfrm>
          <a:prstGeom prst="rect">
            <a:avLst/>
          </a:prstGeom>
          <a:noFill/>
          <a:ln/>
        </p:spPr>
        <p:txBody>
          <a:bodyPr wrap="none" lIns="0" tIns="0" rIns="0" bIns="0" rtlCol="0" anchor="t"/>
          <a:lstStyle/>
          <a:p>
            <a:pPr marL="0" indent="0" algn="l">
              <a:lnSpc>
                <a:spcPct val="113000"/>
              </a:lnSpc>
              <a:buNone/>
            </a:pPr>
            <a:r>
              <a:rPr lang="en-US" sz="2400" dirty="0">
                <a:solidFill>
                  <a:srgbClr val="FFFFFF"/>
                </a:solidFill>
                <a:latin typeface="Source Sans 3" pitchFamily="34" charset="0"/>
                <a:ea typeface="Source Sans 3" pitchFamily="34" charset="-122"/>
                <a:cs typeface="Source Sans 3" pitchFamily="34" charset="0"/>
              </a:rPr>
              <a:t>Spring Boot and MongoDB REST API</a:t>
            </a:r>
            <a:endParaRPr lang="en-US" sz="2400" dirty="0"/>
          </a:p>
        </p:txBody>
      </p:sp>
      <p:sp>
        <p:nvSpPr>
          <p:cNvPr id="6" name="Text 3"/>
          <p:cNvSpPr/>
          <p:nvPr/>
        </p:nvSpPr>
        <p:spPr>
          <a:xfrm>
            <a:off x="787380" y="3702943"/>
            <a:ext cx="6426039"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FFFFFF"/>
                </a:solidFill>
                <a:latin typeface="Source Sans 3" pitchFamily="34" charset="0"/>
              </a:rPr>
              <a:t>Vaibhav Kumar</a:t>
            </a:r>
            <a:endParaRPr lang="en-US" sz="1400" dirty="0"/>
          </a:p>
        </p:txBody>
      </p:sp>
      <p:pic>
        <p:nvPicPr>
          <p:cNvPr id="8" name="Picture 7">
            <a:extLst>
              <a:ext uri="{FF2B5EF4-FFF2-40B4-BE49-F238E27FC236}">
                <a16:creationId xmlns:a16="http://schemas.microsoft.com/office/drawing/2014/main" id="{D73D438A-8F76-2F7C-CC71-AC104FE75656}"/>
              </a:ext>
            </a:extLst>
          </p:cNvPr>
          <p:cNvPicPr>
            <a:picLocks noChangeAspect="1"/>
          </p:cNvPicPr>
          <p:nvPr/>
        </p:nvPicPr>
        <p:blipFill>
          <a:blip r:embed="rId4"/>
          <a:stretch>
            <a:fillRect/>
          </a:stretch>
        </p:blipFill>
        <p:spPr>
          <a:xfrm>
            <a:off x="9790926" y="6107968"/>
            <a:ext cx="2133710" cy="5080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SYSTEM OVERVIEW</a:t>
            </a:r>
            <a:endParaRPr lang="en-US" sz="1300" dirty="0"/>
          </a:p>
        </p:txBody>
      </p:sp>
      <p:sp>
        <p:nvSpPr>
          <p:cNvPr id="3" name="Text 1"/>
          <p:cNvSpPr/>
          <p:nvPr/>
        </p:nvSpPr>
        <p:spPr>
          <a:xfrm>
            <a:off x="609585" y="946375"/>
            <a:ext cx="10972526"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A REST API for products, warehouses, and the stock between them</a:t>
            </a:r>
            <a:endParaRPr lang="en-US" sz="2800" dirty="0"/>
          </a:p>
        </p:txBody>
      </p:sp>
      <p:sp>
        <p:nvSpPr>
          <p:cNvPr id="4" name="Shape 2"/>
          <p:cNvSpPr/>
          <p:nvPr/>
        </p:nvSpPr>
        <p:spPr>
          <a:xfrm>
            <a:off x="609585" y="2774950"/>
            <a:ext cx="3454314" cy="2036266"/>
          </a:xfrm>
          <a:prstGeom prst="roundRect">
            <a:avLst>
              <a:gd name="adj" fmla="val 7484"/>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5" name="Text 3"/>
          <p:cNvSpPr/>
          <p:nvPr/>
        </p:nvSpPr>
        <p:spPr>
          <a:xfrm>
            <a:off x="857229" y="3037840"/>
            <a:ext cx="29590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Products</a:t>
            </a:r>
            <a:endParaRPr lang="en-US" sz="2400" dirty="0"/>
          </a:p>
        </p:txBody>
      </p:sp>
      <p:sp>
        <p:nvSpPr>
          <p:cNvPr id="6" name="Text 4"/>
          <p:cNvSpPr/>
          <p:nvPr/>
        </p:nvSpPr>
        <p:spPr>
          <a:xfrm>
            <a:off x="857229" y="3637855"/>
            <a:ext cx="2959026"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Catalog CRUD, bulk writes, search, and Excel imports.</a:t>
            </a:r>
            <a:endParaRPr lang="en-US" sz="1800" dirty="0"/>
          </a:p>
        </p:txBody>
      </p:sp>
      <p:sp>
        <p:nvSpPr>
          <p:cNvPr id="7" name="Shape 5"/>
          <p:cNvSpPr/>
          <p:nvPr/>
        </p:nvSpPr>
        <p:spPr>
          <a:xfrm>
            <a:off x="4368691" y="2774950"/>
            <a:ext cx="3454314" cy="2036266"/>
          </a:xfrm>
          <a:prstGeom prst="roundRect">
            <a:avLst>
              <a:gd name="adj" fmla="val 7484"/>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8" name="Text 6"/>
          <p:cNvSpPr/>
          <p:nvPr/>
        </p:nvSpPr>
        <p:spPr>
          <a:xfrm>
            <a:off x="4616335" y="3037840"/>
            <a:ext cx="29590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Warehouses</a:t>
            </a:r>
            <a:endParaRPr lang="en-US" sz="2400" dirty="0"/>
          </a:p>
        </p:txBody>
      </p:sp>
      <p:sp>
        <p:nvSpPr>
          <p:cNvPr id="9" name="Text 7"/>
          <p:cNvSpPr/>
          <p:nvPr/>
        </p:nvSpPr>
        <p:spPr>
          <a:xfrm>
            <a:off x="4616335" y="3637855"/>
            <a:ext cx="2959026" cy="92571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Location records, active status, and the same management patterns.</a:t>
            </a:r>
            <a:endParaRPr lang="en-US" sz="1800" dirty="0"/>
          </a:p>
        </p:txBody>
      </p:sp>
      <p:sp>
        <p:nvSpPr>
          <p:cNvPr id="10" name="Shape 8"/>
          <p:cNvSpPr/>
          <p:nvPr/>
        </p:nvSpPr>
        <p:spPr>
          <a:xfrm>
            <a:off x="8127797" y="2774950"/>
            <a:ext cx="3454314" cy="2036266"/>
          </a:xfrm>
          <a:prstGeom prst="roundRect">
            <a:avLst>
              <a:gd name="adj" fmla="val 7484"/>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1" name="Text 9"/>
          <p:cNvSpPr/>
          <p:nvPr/>
        </p:nvSpPr>
        <p:spPr>
          <a:xfrm>
            <a:off x="8375440" y="3037840"/>
            <a:ext cx="29590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Inventory</a:t>
            </a:r>
            <a:endParaRPr lang="en-US" sz="2400" dirty="0"/>
          </a:p>
        </p:txBody>
      </p:sp>
      <p:sp>
        <p:nvSpPr>
          <p:cNvPr id="12" name="Text 10"/>
          <p:cNvSpPr/>
          <p:nvPr/>
        </p:nvSpPr>
        <p:spPr>
          <a:xfrm>
            <a:off x="8375440" y="3637855"/>
            <a:ext cx="2959026" cy="92571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Stock across locations, guarded adjustments, and low-stock reporting.</a:t>
            </a:r>
            <a:endParaRPr lang="en-US" sz="1800" dirty="0"/>
          </a:p>
        </p:txBody>
      </p:sp>
      <p:sp>
        <p:nvSpPr>
          <p:cNvPr id="13" name="Text 11"/>
          <p:cNvSpPr/>
          <p:nvPr/>
        </p:nvSpPr>
        <p:spPr>
          <a:xfrm>
            <a:off x="609585" y="5836940"/>
            <a:ext cx="11582110" cy="411460"/>
          </a:xfrm>
          <a:prstGeom prst="rect">
            <a:avLst/>
          </a:prstGeom>
          <a:noFill/>
          <a:ln/>
        </p:spPr>
        <p:txBody>
          <a:bodyPr wrap="none" lIns="0" tIns="0" rIns="0" bIns="0" rtlCol="0" anchor="t"/>
          <a:lstStyle/>
          <a:p>
            <a:pPr marL="0" indent="0" algn="l">
              <a:lnSpc>
                <a:spcPct val="113000"/>
              </a:lnSpc>
              <a:buNone/>
            </a:pPr>
            <a:r>
              <a:rPr lang="en-US" sz="2400" dirty="0">
                <a:solidFill>
                  <a:srgbClr val="333F50"/>
                </a:solidFill>
                <a:latin typeface="Source Sans 3" pitchFamily="34" charset="0"/>
                <a:ea typeface="Source Sans 3" pitchFamily="34" charset="-122"/>
                <a:cs typeface="Source Sans 3" pitchFamily="34" charset="0"/>
              </a:rPr>
              <a:t>One JSON envelope unifies responses that carry a body.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Technology stack</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320105"/>
          <a:ext cx="10972525" cy="3211431"/>
        </p:xfrm>
        <a:graphic>
          <a:graphicData uri="http://schemas.openxmlformats.org/drawingml/2006/table">
            <a:tbl>
              <a:tblPr/>
              <a:tblGrid>
                <a:gridCol w="5266796">
                  <a:extLst>
                    <a:ext uri="{9D8B030D-6E8A-4147-A177-3AD203B41FA5}">
                      <a16:colId xmlns:a16="http://schemas.microsoft.com/office/drawing/2014/main" val="20000"/>
                    </a:ext>
                  </a:extLst>
                </a:gridCol>
                <a:gridCol w="5705729">
                  <a:extLst>
                    <a:ext uri="{9D8B030D-6E8A-4147-A177-3AD203B41FA5}">
                      <a16:colId xmlns:a16="http://schemas.microsoft.com/office/drawing/2014/main" val="20001"/>
                    </a:ext>
                  </a:extLst>
                </a:gridCol>
              </a:tblGrid>
              <a:tr h="403810">
                <a:tc>
                  <a:txBody>
                    <a:bodyPr/>
                    <a:lstStyle/>
                    <a:p>
                      <a:pPr marL="0" indent="0" algn="l">
                        <a:buNone/>
                      </a:pPr>
                      <a:r>
                        <a:rPr lang="en-US" sz="1800" dirty="0">
                          <a:solidFill>
                            <a:srgbClr val="1F2A44"/>
                          </a:solidFill>
                          <a:latin typeface="Source Sans 3" pitchFamily="34" charset="0"/>
                          <a:ea typeface="Source Sans 3" pitchFamily="34" charset="-122"/>
                          <a:cs typeface="Source Sans 3" pitchFamily="34" charset="0"/>
                        </a:rPr>
                        <a:t>Component</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1F2A44"/>
                          </a:solidFill>
                          <a:latin typeface="Source Sans 3" pitchFamily="34" charset="0"/>
                          <a:ea typeface="Source Sans 3" pitchFamily="34" charset="-122"/>
                          <a:cs typeface="Source Sans 3" pitchFamily="34" charset="0"/>
                        </a:rPr>
                        <a:t>Version / tooling</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403810">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Java</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21</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403810">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Spring Boot</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4.1.1</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403810">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Build / persistence</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Gradle Wrapper / MongoDB</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403810">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SpringDoc OpenAPI</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3.1.0</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4"/>
                  </a:ext>
                </a:extLst>
              </a:tr>
              <a:tr h="403810">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Apache POI</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5.4.1</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5"/>
                  </a:ext>
                </a:extLst>
              </a:tr>
              <a:tr h="403810">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Testing</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JUnit Platform; Spring Boot test support</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6"/>
                  </a:ext>
                </a:extLst>
              </a:tr>
              <a:tr h="384761">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JaCoCo</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1800" dirty="0">
                          <a:solidFill>
                            <a:srgbClr val="333F50"/>
                          </a:solidFill>
                          <a:latin typeface="Source Sans 3" pitchFamily="34" charset="0"/>
                          <a:ea typeface="Source Sans 3" pitchFamily="34" charset="-122"/>
                          <a:cs typeface="Source Sans 3" pitchFamily="34" charset="0"/>
                        </a:rPr>
                        <a:t>0.8.13</a:t>
                      </a:r>
                      <a:endParaRPr lang="en-US" sz="1800" dirty="0">
                        <a:latin typeface="Source Sans 3" charset="0"/>
                        <a:ea typeface="Source Sans 3" charset="0"/>
                        <a:cs typeface="Source Sans 3" charset="0"/>
                      </a:endParaRPr>
                    </a:p>
                  </a:txBody>
                  <a:tcPr marL="152396" marR="152396"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1"/>
          <p:cNvSpPr/>
          <p:nvPr/>
        </p:nvSpPr>
        <p:spPr>
          <a:xfrm>
            <a:off x="609585" y="4804668"/>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Versions and components reported by the repository.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787380" y="1980882"/>
            <a:ext cx="6553036"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FFFF"/>
                </a:solidFill>
                <a:latin typeface="Lexend Medium" pitchFamily="34" charset="0"/>
                <a:ea typeface="Lexend Medium" pitchFamily="34" charset="-122"/>
                <a:cs typeface="Lexend Medium" pitchFamily="34" charset="0"/>
              </a:rPr>
              <a:t>DESIGN</a:t>
            </a:r>
            <a:endParaRPr lang="en-US" sz="1300" dirty="0"/>
          </a:p>
        </p:txBody>
      </p:sp>
      <p:sp>
        <p:nvSpPr>
          <p:cNvPr id="4" name="Text 1"/>
          <p:cNvSpPr/>
          <p:nvPr/>
        </p:nvSpPr>
        <p:spPr>
          <a:xfrm>
            <a:off x="787380" y="2327894"/>
            <a:ext cx="5943451" cy="1042392"/>
          </a:xfrm>
          <a:prstGeom prst="rect">
            <a:avLst/>
          </a:prstGeom>
          <a:noFill/>
          <a:ln/>
        </p:spPr>
        <p:txBody>
          <a:bodyPr wrap="square" lIns="0" tIns="0" rIns="0" bIns="0" rtlCol="0" anchor="t">
            <a:normAutofit lnSpcReduction="10000"/>
          </a:bodyPr>
          <a:lstStyle/>
          <a:p>
            <a:pPr marL="0" indent="0" algn="l">
              <a:lnSpc>
                <a:spcPct val="90000"/>
              </a:lnSpc>
              <a:buNone/>
            </a:pPr>
            <a:r>
              <a:rPr lang="en-US" sz="3800" kern="100" spc="-38" dirty="0">
                <a:solidFill>
                  <a:srgbClr val="FFFFFF"/>
                </a:solidFill>
                <a:latin typeface="Merriweather" pitchFamily="34" charset="0"/>
                <a:ea typeface="Merriweather" pitchFamily="34" charset="-122"/>
                <a:cs typeface="Merriweather" pitchFamily="34" charset="0"/>
              </a:rPr>
              <a:t>System architecture and design</a:t>
            </a:r>
            <a:endParaRPr lang="en-US" sz="3800" dirty="0"/>
          </a:p>
        </p:txBody>
      </p:sp>
      <p:sp>
        <p:nvSpPr>
          <p:cNvPr id="5" name="Text 2"/>
          <p:cNvSpPr/>
          <p:nvPr/>
        </p:nvSpPr>
        <p:spPr>
          <a:xfrm>
            <a:off x="787380" y="3634383"/>
            <a:ext cx="6553036" cy="411460"/>
          </a:xfrm>
          <a:prstGeom prst="rect">
            <a:avLst/>
          </a:prstGeom>
          <a:noFill/>
          <a:ln/>
        </p:spPr>
        <p:txBody>
          <a:bodyPr wrap="none" lIns="0" tIns="0" rIns="0" bIns="0" rtlCol="0" anchor="t"/>
          <a:lstStyle/>
          <a:p>
            <a:pPr marL="0" indent="0" algn="l">
              <a:lnSpc>
                <a:spcPct val="113000"/>
              </a:lnSpc>
              <a:buNone/>
            </a:pPr>
            <a:r>
              <a:rPr lang="en-US" sz="2400" dirty="0">
                <a:solidFill>
                  <a:srgbClr val="FFFFFF"/>
                </a:solidFill>
                <a:latin typeface="Source Sans 3" pitchFamily="34" charset="0"/>
                <a:ea typeface="Source Sans 3" pitchFamily="34" charset="-122"/>
                <a:cs typeface="Source Sans 3" pitchFamily="34" charset="0"/>
              </a:rPr>
              <a:t>Layers, documents, and a shared API contract.</a:t>
            </a:r>
            <a:endParaRPr lang="en-US" sz="2400" dirty="0"/>
          </a:p>
        </p:txBody>
      </p:sp>
      <p:pic>
        <p:nvPicPr>
          <p:cNvPr id="7" name="Picture 6">
            <a:extLst>
              <a:ext uri="{FF2B5EF4-FFF2-40B4-BE49-F238E27FC236}">
                <a16:creationId xmlns:a16="http://schemas.microsoft.com/office/drawing/2014/main" id="{F26CF09E-F4C8-B681-4A7F-6477C729D029}"/>
              </a:ext>
            </a:extLst>
          </p:cNvPr>
          <p:cNvPicPr>
            <a:picLocks noChangeAspect="1"/>
          </p:cNvPicPr>
          <p:nvPr/>
        </p:nvPicPr>
        <p:blipFill>
          <a:blip r:embed="rId4"/>
          <a:stretch>
            <a:fillRect/>
          </a:stretch>
        </p:blipFill>
        <p:spPr>
          <a:xfrm>
            <a:off x="9790926" y="6107968"/>
            <a:ext cx="2133710" cy="5080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783" y="497509"/>
            <a:ext cx="10642334"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High-level architecture</a:t>
            </a:r>
            <a:endParaRPr lang="en-US" sz="2800" dirty="0"/>
          </a:p>
        </p:txBody>
      </p:sp>
      <p:sp>
        <p:nvSpPr>
          <p:cNvPr id="3" name="Shape 1"/>
          <p:cNvSpPr/>
          <p:nvPr/>
        </p:nvSpPr>
        <p:spPr>
          <a:xfrm>
            <a:off x="2666933" y="3238500"/>
            <a:ext cx="825479" cy="406400"/>
          </a:xfrm>
          <a:prstGeom prst="rightArrow">
            <a:avLst/>
          </a:prstGeom>
          <a:solidFill>
            <a:srgbClr val="2878FF"/>
          </a:solidFill>
          <a:ln/>
        </p:spPr>
        <p:txBody>
          <a:bodyPr/>
          <a:lstStyle/>
          <a:p>
            <a:endParaRPr lang="en-IN"/>
          </a:p>
        </p:txBody>
      </p:sp>
      <p:sp>
        <p:nvSpPr>
          <p:cNvPr id="4" name="Shape 2"/>
          <p:cNvSpPr/>
          <p:nvPr/>
        </p:nvSpPr>
        <p:spPr>
          <a:xfrm>
            <a:off x="8635784" y="3238500"/>
            <a:ext cx="825479" cy="406400"/>
          </a:xfrm>
          <a:prstGeom prst="rightArrow">
            <a:avLst/>
          </a:prstGeom>
          <a:solidFill>
            <a:srgbClr val="2878FF"/>
          </a:solidFill>
          <a:ln/>
        </p:spPr>
        <p:txBody>
          <a:bodyPr/>
          <a:lstStyle/>
          <a:p>
            <a:endParaRPr lang="en-IN"/>
          </a:p>
        </p:txBody>
      </p:sp>
      <p:sp>
        <p:nvSpPr>
          <p:cNvPr id="5" name="Shape 3"/>
          <p:cNvSpPr/>
          <p:nvPr/>
        </p:nvSpPr>
        <p:spPr>
          <a:xfrm>
            <a:off x="609585" y="2667000"/>
            <a:ext cx="2031949" cy="1587500"/>
          </a:xfrm>
          <a:prstGeom prst="roundRect">
            <a:avLst>
              <a:gd name="adj" fmla="val 9600"/>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6" name="Text 4"/>
          <p:cNvSpPr/>
          <p:nvPr/>
        </p:nvSpPr>
        <p:spPr>
          <a:xfrm>
            <a:off x="857229" y="2929890"/>
            <a:ext cx="1536662"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API client</a:t>
            </a:r>
            <a:endParaRPr lang="en-US" sz="2400" dirty="0"/>
          </a:p>
        </p:txBody>
      </p:sp>
      <p:sp>
        <p:nvSpPr>
          <p:cNvPr id="7" name="Shape 5"/>
          <p:cNvSpPr/>
          <p:nvPr/>
        </p:nvSpPr>
        <p:spPr>
          <a:xfrm>
            <a:off x="3555911" y="1524000"/>
            <a:ext cx="5016375" cy="4445000"/>
          </a:xfrm>
          <a:prstGeom prst="roundRect">
            <a:avLst>
              <a:gd name="adj" fmla="val 3428"/>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8" name="Text 6"/>
          <p:cNvSpPr/>
          <p:nvPr/>
        </p:nvSpPr>
        <p:spPr>
          <a:xfrm>
            <a:off x="3854354" y="1834833"/>
            <a:ext cx="5029074"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SPRING BOOT APPLICATION</a:t>
            </a:r>
            <a:endParaRPr lang="en-US" sz="1300" dirty="0"/>
          </a:p>
        </p:txBody>
      </p:sp>
      <p:sp>
        <p:nvSpPr>
          <p:cNvPr id="9" name="Text 7"/>
          <p:cNvSpPr/>
          <p:nvPr/>
        </p:nvSpPr>
        <p:spPr>
          <a:xfrm>
            <a:off x="3854354" y="2159556"/>
            <a:ext cx="441948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Controllers</a:t>
            </a:r>
            <a:endParaRPr lang="en-US" sz="2400" dirty="0"/>
          </a:p>
        </p:txBody>
      </p:sp>
      <p:sp>
        <p:nvSpPr>
          <p:cNvPr id="10" name="Text 8"/>
          <p:cNvSpPr/>
          <p:nvPr/>
        </p:nvSpPr>
        <p:spPr>
          <a:xfrm>
            <a:off x="3854354" y="2759571"/>
            <a:ext cx="4419489"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Validation → Services → Mappers → Repositories</a:t>
            </a:r>
            <a:endParaRPr lang="en-US" sz="1800" dirty="0"/>
          </a:p>
        </p:txBody>
      </p:sp>
      <p:sp>
        <p:nvSpPr>
          <p:cNvPr id="11" name="Shape 9"/>
          <p:cNvSpPr/>
          <p:nvPr/>
        </p:nvSpPr>
        <p:spPr>
          <a:xfrm>
            <a:off x="3854354" y="3725962"/>
            <a:ext cx="4419489" cy="38100"/>
          </a:xfrm>
          <a:prstGeom prst="roundRect">
            <a:avLst>
              <a:gd name="adj" fmla="val 49999"/>
            </a:avLst>
          </a:prstGeom>
          <a:solidFill>
            <a:srgbClr val="C9CED6"/>
          </a:solidFill>
          <a:ln/>
        </p:spPr>
        <p:txBody>
          <a:bodyPr/>
          <a:lstStyle/>
          <a:p>
            <a:endParaRPr lang="en-IN"/>
          </a:p>
        </p:txBody>
      </p:sp>
      <p:sp>
        <p:nvSpPr>
          <p:cNvPr id="12" name="Text 10"/>
          <p:cNvSpPr/>
          <p:nvPr/>
        </p:nvSpPr>
        <p:spPr>
          <a:xfrm>
            <a:off x="3854354" y="4370487"/>
            <a:ext cx="4419489"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Springdoc</a:t>
            </a:r>
            <a:endParaRPr lang="en-US" sz="2000" dirty="0"/>
          </a:p>
        </p:txBody>
      </p:sp>
      <p:sp>
        <p:nvSpPr>
          <p:cNvPr id="13" name="Text 11"/>
          <p:cNvSpPr/>
          <p:nvPr/>
        </p:nvSpPr>
        <p:spPr>
          <a:xfrm>
            <a:off x="3854354" y="4907062"/>
            <a:ext cx="5029074"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Swagger UI beside the controllers</a:t>
            </a:r>
            <a:endParaRPr lang="en-US" sz="1800" dirty="0"/>
          </a:p>
        </p:txBody>
      </p:sp>
      <p:sp>
        <p:nvSpPr>
          <p:cNvPr id="14" name="Shape 12"/>
          <p:cNvSpPr/>
          <p:nvPr/>
        </p:nvSpPr>
        <p:spPr>
          <a:xfrm>
            <a:off x="9524762" y="2667000"/>
            <a:ext cx="2057349" cy="1587500"/>
          </a:xfrm>
          <a:prstGeom prst="roundRect">
            <a:avLst>
              <a:gd name="adj" fmla="val 9600"/>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5" name="Text 13"/>
          <p:cNvSpPr/>
          <p:nvPr/>
        </p:nvSpPr>
        <p:spPr>
          <a:xfrm>
            <a:off x="9772406" y="2929890"/>
            <a:ext cx="1562061"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MongoDB</a:t>
            </a:r>
            <a:endParaRPr lang="en-US" sz="2400" dirty="0"/>
          </a:p>
        </p:txBody>
      </p:sp>
      <p:sp>
        <p:nvSpPr>
          <p:cNvPr id="16" name="Text 14"/>
          <p:cNvSpPr/>
          <p:nvPr/>
        </p:nvSpPr>
        <p:spPr>
          <a:xfrm>
            <a:off x="9772406" y="3529905"/>
            <a:ext cx="2171646"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inventory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783" y="497509"/>
            <a:ext cx="10769331"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Request flow through the layers</a:t>
            </a:r>
            <a:endParaRPr lang="en-US" sz="2800" dirty="0"/>
          </a:p>
        </p:txBody>
      </p:sp>
      <p:sp>
        <p:nvSpPr>
          <p:cNvPr id="3" name="Shape 1"/>
          <p:cNvSpPr/>
          <p:nvPr/>
        </p:nvSpPr>
        <p:spPr>
          <a:xfrm>
            <a:off x="3848004" y="2501900"/>
            <a:ext cx="482588" cy="304800"/>
          </a:xfrm>
          <a:prstGeom prst="rightArrow">
            <a:avLst/>
          </a:prstGeom>
          <a:solidFill>
            <a:srgbClr val="2878FF"/>
          </a:solidFill>
          <a:ln/>
        </p:spPr>
        <p:txBody>
          <a:bodyPr/>
          <a:lstStyle/>
          <a:p>
            <a:endParaRPr lang="en-IN"/>
          </a:p>
        </p:txBody>
      </p:sp>
      <p:sp>
        <p:nvSpPr>
          <p:cNvPr id="4" name="Shape 2"/>
          <p:cNvSpPr/>
          <p:nvPr/>
        </p:nvSpPr>
        <p:spPr>
          <a:xfrm>
            <a:off x="7708707" y="2501900"/>
            <a:ext cx="482588" cy="304800"/>
          </a:xfrm>
          <a:prstGeom prst="rightArrow">
            <a:avLst/>
          </a:prstGeom>
          <a:solidFill>
            <a:srgbClr val="2878FF"/>
          </a:solidFill>
          <a:ln/>
        </p:spPr>
        <p:txBody>
          <a:bodyPr/>
          <a:lstStyle/>
          <a:p>
            <a:endParaRPr lang="en-IN"/>
          </a:p>
        </p:txBody>
      </p:sp>
      <p:sp>
        <p:nvSpPr>
          <p:cNvPr id="5" name="Shape 3"/>
          <p:cNvSpPr/>
          <p:nvPr/>
        </p:nvSpPr>
        <p:spPr>
          <a:xfrm>
            <a:off x="7708707" y="4749800"/>
            <a:ext cx="482588" cy="304800"/>
          </a:xfrm>
          <a:prstGeom prst="rightArrow">
            <a:avLst/>
          </a:prstGeom>
          <a:solidFill>
            <a:srgbClr val="2878FF"/>
          </a:solidFill>
          <a:ln/>
        </p:spPr>
        <p:txBody>
          <a:bodyPr/>
          <a:lstStyle/>
          <a:p>
            <a:endParaRPr lang="en-IN"/>
          </a:p>
        </p:txBody>
      </p:sp>
      <p:sp>
        <p:nvSpPr>
          <p:cNvPr id="6" name="Shape 4"/>
          <p:cNvSpPr/>
          <p:nvPr/>
        </p:nvSpPr>
        <p:spPr>
          <a:xfrm>
            <a:off x="3848004" y="4749800"/>
            <a:ext cx="482588" cy="304800"/>
          </a:xfrm>
          <a:prstGeom prst="rightArrow">
            <a:avLst/>
          </a:prstGeom>
          <a:solidFill>
            <a:srgbClr val="2878FF"/>
          </a:solidFill>
          <a:ln/>
        </p:spPr>
        <p:txBody>
          <a:bodyPr/>
          <a:lstStyle/>
          <a:p>
            <a:endParaRPr lang="en-IN"/>
          </a:p>
        </p:txBody>
      </p:sp>
      <p:sp>
        <p:nvSpPr>
          <p:cNvPr id="7" name="Shape 5"/>
          <p:cNvSpPr/>
          <p:nvPr/>
        </p:nvSpPr>
        <p:spPr>
          <a:xfrm>
            <a:off x="609585" y="1778000"/>
            <a:ext cx="3174921"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8" name="Text 6"/>
          <p:cNvSpPr/>
          <p:nvPr/>
        </p:nvSpPr>
        <p:spPr>
          <a:xfrm>
            <a:off x="857229" y="2038350"/>
            <a:ext cx="2679633"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HTTP controller</a:t>
            </a:r>
            <a:endParaRPr lang="en-US" sz="2000" dirty="0"/>
          </a:p>
        </p:txBody>
      </p:sp>
      <p:sp>
        <p:nvSpPr>
          <p:cNvPr id="9" name="Text 7"/>
          <p:cNvSpPr/>
          <p:nvPr/>
        </p:nvSpPr>
        <p:spPr>
          <a:xfrm>
            <a:off x="857229" y="2574925"/>
            <a:ext cx="3289218"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Client request under /api/v1</a:t>
            </a:r>
            <a:endParaRPr lang="en-US" sz="1800" dirty="0"/>
          </a:p>
        </p:txBody>
      </p:sp>
      <p:sp>
        <p:nvSpPr>
          <p:cNvPr id="10" name="Shape 8"/>
          <p:cNvSpPr/>
          <p:nvPr/>
        </p:nvSpPr>
        <p:spPr>
          <a:xfrm>
            <a:off x="4444889" y="1778000"/>
            <a:ext cx="3174921"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1" name="Text 9"/>
          <p:cNvSpPr/>
          <p:nvPr/>
        </p:nvSpPr>
        <p:spPr>
          <a:xfrm>
            <a:off x="4692533" y="2038350"/>
            <a:ext cx="2679633"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Validation</a:t>
            </a:r>
            <a:endParaRPr lang="en-US" sz="2000" dirty="0"/>
          </a:p>
        </p:txBody>
      </p:sp>
      <p:sp>
        <p:nvSpPr>
          <p:cNvPr id="12" name="Text 10"/>
          <p:cNvSpPr/>
          <p:nvPr/>
        </p:nvSpPr>
        <p:spPr>
          <a:xfrm>
            <a:off x="4692533" y="2574925"/>
            <a:ext cx="2679633"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DTO constraints and utilities</a:t>
            </a:r>
            <a:endParaRPr lang="en-US" sz="1800" dirty="0"/>
          </a:p>
        </p:txBody>
      </p:sp>
      <p:sp>
        <p:nvSpPr>
          <p:cNvPr id="13" name="Shape 11"/>
          <p:cNvSpPr/>
          <p:nvPr/>
        </p:nvSpPr>
        <p:spPr>
          <a:xfrm>
            <a:off x="8318292" y="1778000"/>
            <a:ext cx="3174921"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4" name="Text 12"/>
          <p:cNvSpPr/>
          <p:nvPr/>
        </p:nvSpPr>
        <p:spPr>
          <a:xfrm>
            <a:off x="8565936" y="2038350"/>
            <a:ext cx="2679633"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Service</a:t>
            </a:r>
            <a:endParaRPr lang="en-US" sz="2000" dirty="0"/>
          </a:p>
        </p:txBody>
      </p:sp>
      <p:sp>
        <p:nvSpPr>
          <p:cNvPr id="15" name="Text 13"/>
          <p:cNvSpPr/>
          <p:nvPr/>
        </p:nvSpPr>
        <p:spPr>
          <a:xfrm>
            <a:off x="8565936" y="2574925"/>
            <a:ext cx="3289218"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Business rules</a:t>
            </a:r>
            <a:endParaRPr lang="en-US" sz="1800" dirty="0"/>
          </a:p>
        </p:txBody>
      </p:sp>
      <p:sp>
        <p:nvSpPr>
          <p:cNvPr id="16" name="Shape 14"/>
          <p:cNvSpPr/>
          <p:nvPr/>
        </p:nvSpPr>
        <p:spPr>
          <a:xfrm>
            <a:off x="609585" y="4064000"/>
            <a:ext cx="3174921"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7" name="Text 15"/>
          <p:cNvSpPr/>
          <p:nvPr/>
        </p:nvSpPr>
        <p:spPr>
          <a:xfrm>
            <a:off x="857229" y="4324350"/>
            <a:ext cx="2679633"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Mapper</a:t>
            </a:r>
            <a:endParaRPr lang="en-US" sz="2000" dirty="0"/>
          </a:p>
        </p:txBody>
      </p:sp>
      <p:sp>
        <p:nvSpPr>
          <p:cNvPr id="18" name="Text 16"/>
          <p:cNvSpPr/>
          <p:nvPr/>
        </p:nvSpPr>
        <p:spPr>
          <a:xfrm>
            <a:off x="857229" y="4860925"/>
            <a:ext cx="3289218"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Entity-to-DTO conversion</a:t>
            </a:r>
            <a:endParaRPr lang="en-US" sz="1800" dirty="0"/>
          </a:p>
        </p:txBody>
      </p:sp>
      <p:sp>
        <p:nvSpPr>
          <p:cNvPr id="19" name="Shape 17"/>
          <p:cNvSpPr/>
          <p:nvPr/>
        </p:nvSpPr>
        <p:spPr>
          <a:xfrm>
            <a:off x="4444889" y="4064000"/>
            <a:ext cx="3174921"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20" name="Text 18"/>
          <p:cNvSpPr/>
          <p:nvPr/>
        </p:nvSpPr>
        <p:spPr>
          <a:xfrm>
            <a:off x="4692533" y="4324350"/>
            <a:ext cx="2679633"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Repository</a:t>
            </a:r>
            <a:endParaRPr lang="en-US" sz="2000" dirty="0"/>
          </a:p>
        </p:txBody>
      </p:sp>
      <p:sp>
        <p:nvSpPr>
          <p:cNvPr id="21" name="Text 19"/>
          <p:cNvSpPr/>
          <p:nvPr/>
        </p:nvSpPr>
        <p:spPr>
          <a:xfrm>
            <a:off x="4692533" y="4860925"/>
            <a:ext cx="3289218"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MongoDB reads and writes</a:t>
            </a:r>
            <a:endParaRPr lang="en-US" sz="1800" dirty="0"/>
          </a:p>
        </p:txBody>
      </p:sp>
      <p:sp>
        <p:nvSpPr>
          <p:cNvPr id="22" name="Shape 20"/>
          <p:cNvSpPr/>
          <p:nvPr/>
        </p:nvSpPr>
        <p:spPr>
          <a:xfrm>
            <a:off x="8318292" y="4064000"/>
            <a:ext cx="3174921"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23" name="Text 21"/>
          <p:cNvSpPr/>
          <p:nvPr/>
        </p:nvSpPr>
        <p:spPr>
          <a:xfrm>
            <a:off x="8565936" y="4324350"/>
            <a:ext cx="2679633"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Response</a:t>
            </a:r>
            <a:endParaRPr lang="en-US" sz="2000" dirty="0"/>
          </a:p>
        </p:txBody>
      </p:sp>
      <p:sp>
        <p:nvSpPr>
          <p:cNvPr id="24" name="Text 22"/>
          <p:cNvSpPr/>
          <p:nvPr/>
        </p:nvSpPr>
        <p:spPr>
          <a:xfrm>
            <a:off x="8565936" y="4860925"/>
            <a:ext cx="2679633"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Envelope or global exception handler</a:t>
            </a:r>
            <a:endParaRPr lang="en-US" sz="1800" dirty="0"/>
          </a:p>
        </p:txBody>
      </p:sp>
      <p:sp>
        <p:nvSpPr>
          <p:cNvPr id="25" name="Text 23"/>
          <p:cNvSpPr/>
          <p:nvPr/>
        </p:nvSpPr>
        <p:spPr>
          <a:xfrm>
            <a:off x="685783" y="6146800"/>
            <a:ext cx="1137891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Logical stages; mapping accompanies entity and DTO conversion.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Package structure</a:t>
            </a:r>
            <a:endParaRPr lang="en-US" sz="2800" dirty="0"/>
          </a:p>
        </p:txBody>
      </p:sp>
      <p:sp>
        <p:nvSpPr>
          <p:cNvPr id="3" name="Text 1"/>
          <p:cNvSpPr/>
          <p:nvPr/>
        </p:nvSpPr>
        <p:spPr>
          <a:xfrm>
            <a:off x="609585" y="1332488"/>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com.example.inventory</a:t>
            </a:r>
            <a:endParaRPr lang="en-US" sz="1300" dirty="0"/>
          </a:p>
        </p:txBody>
      </p:sp>
      <p:sp>
        <p:nvSpPr>
          <p:cNvPr id="4" name="Text 2"/>
          <p:cNvSpPr/>
          <p:nvPr/>
        </p:nvSpPr>
        <p:spPr>
          <a:xfrm>
            <a:off x="609585" y="1791196"/>
            <a:ext cx="5257668" cy="2849761"/>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config</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controller</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dto</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entity</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enums</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exception</a:t>
            </a:r>
            <a:endParaRPr lang="en-US" sz="2400" dirty="0"/>
          </a:p>
        </p:txBody>
      </p:sp>
      <p:sp>
        <p:nvSpPr>
          <p:cNvPr id="5" name="Text 3"/>
          <p:cNvSpPr/>
          <p:nvPr/>
        </p:nvSpPr>
        <p:spPr>
          <a:xfrm>
            <a:off x="6324442" y="1791196"/>
            <a:ext cx="5257668" cy="1874441"/>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mapper</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repository</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service</a:t>
            </a:r>
            <a:endParaRPr lang="en-US" sz="2400" dirty="0"/>
          </a:p>
          <a:p>
            <a:pPr marL="487680" indent="-487680" algn="l">
              <a:lnSpc>
                <a:spcPct val="113000"/>
              </a:lnSpc>
              <a:buSzPct val="100000"/>
              <a:buChar char="•"/>
            </a:pPr>
            <a:r>
              <a:rPr lang="en-US" sz="2400" dirty="0">
                <a:solidFill>
                  <a:srgbClr val="333F50"/>
                </a:solidFill>
                <a:latin typeface="Source Sans 3" pitchFamily="34" charset="0"/>
                <a:ea typeface="Source Sans 3" pitchFamily="34" charset="-122"/>
                <a:cs typeface="Source Sans 3" pitchFamily="34" charset="0"/>
              </a:rPr>
              <a:t>util</a:t>
            </a:r>
            <a:endParaRPr lang="en-US" sz="2400" dirty="0"/>
          </a:p>
        </p:txBody>
      </p:sp>
      <p:sp>
        <p:nvSpPr>
          <p:cNvPr id="6" name="Shape 4"/>
          <p:cNvSpPr/>
          <p:nvPr/>
        </p:nvSpPr>
        <p:spPr>
          <a:xfrm>
            <a:off x="6324442" y="3919637"/>
            <a:ext cx="5257668" cy="38100"/>
          </a:xfrm>
          <a:prstGeom prst="roundRect">
            <a:avLst>
              <a:gd name="adj" fmla="val 49999"/>
            </a:avLst>
          </a:prstGeom>
          <a:solidFill>
            <a:srgbClr val="C9CED6"/>
          </a:solidFill>
          <a:ln/>
        </p:spPr>
        <p:txBody>
          <a:bodyPr/>
          <a:lstStyle/>
          <a:p>
            <a:endParaRPr lang="en-IN"/>
          </a:p>
        </p:txBody>
      </p:sp>
      <p:sp>
        <p:nvSpPr>
          <p:cNvPr id="7" name="Text 5"/>
          <p:cNvSpPr/>
          <p:nvPr/>
        </p:nvSpPr>
        <p:spPr>
          <a:xfrm>
            <a:off x="6324442" y="4211737"/>
            <a:ext cx="5257668" cy="794941"/>
          </a:xfrm>
          <a:prstGeom prst="rect">
            <a:avLst/>
          </a:prstGeom>
          <a:noFill/>
          <a:ln/>
        </p:spPr>
        <p:txBody>
          <a:bodyPr wrap="square" lIns="0" tIns="0" rIns="0" bIns="0" rtlCol="0" anchor="t"/>
          <a:lstStyle/>
          <a:p>
            <a:pPr marL="0" indent="0" algn="l">
              <a:lnSpc>
                <a:spcPct val="113000"/>
              </a:lnSpc>
              <a:spcAft>
                <a:spcPts val="1350"/>
              </a:spcAft>
              <a:buNone/>
            </a:pPr>
            <a:r>
              <a:rPr lang="en-US" sz="1800" dirty="0">
                <a:solidFill>
                  <a:srgbClr val="333F50"/>
                </a:solidFill>
                <a:latin typeface="Source Sans 3" pitchFamily="34" charset="0"/>
                <a:ea typeface="Source Sans 3" pitchFamily="34" charset="-122"/>
                <a:cs typeface="Source Sans 3" pitchFamily="34" charset="0"/>
              </a:rPr>
              <a:t>resources/application.properties</a:t>
            </a:r>
            <a:endParaRPr lang="en-US" sz="1800" dirty="0"/>
          </a:p>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test folder</a:t>
            </a:r>
            <a:endParaRPr lang="en-US" sz="1800" dirty="0"/>
          </a:p>
        </p:txBody>
      </p:sp>
      <p:sp>
        <p:nvSpPr>
          <p:cNvPr id="8" name="Shape 6"/>
          <p:cNvSpPr/>
          <p:nvPr/>
        </p:nvSpPr>
        <p:spPr>
          <a:xfrm>
            <a:off x="6089498" y="1791196"/>
            <a:ext cx="12700" cy="4457204"/>
          </a:xfrm>
          <a:prstGeom prst="rect">
            <a:avLst/>
          </a:prstGeom>
          <a:solidFill>
            <a:srgbClr val="C9CED6"/>
          </a:solidFill>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Entities and their fields</a:t>
            </a:r>
            <a:endParaRPr lang="en-US" sz="2800" dirty="0"/>
          </a:p>
        </p:txBody>
      </p:sp>
      <p:sp>
        <p:nvSpPr>
          <p:cNvPr id="3" name="Shape 1"/>
          <p:cNvSpPr/>
          <p:nvPr/>
        </p:nvSpPr>
        <p:spPr>
          <a:xfrm>
            <a:off x="609585" y="1320105"/>
            <a:ext cx="3454314" cy="4424164"/>
          </a:xfrm>
          <a:prstGeom prst="roundRect">
            <a:avLst>
              <a:gd name="adj" fmla="val 4412"/>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4" name="Text 2"/>
          <p:cNvSpPr/>
          <p:nvPr/>
        </p:nvSpPr>
        <p:spPr>
          <a:xfrm>
            <a:off x="857229" y="1582995"/>
            <a:ext cx="29590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Product</a:t>
            </a:r>
            <a:endParaRPr lang="en-US" sz="2400" dirty="0"/>
          </a:p>
        </p:txBody>
      </p:sp>
      <p:sp>
        <p:nvSpPr>
          <p:cNvPr id="5" name="Text 3"/>
          <p:cNvSpPr/>
          <p:nvPr/>
        </p:nvSpPr>
        <p:spPr>
          <a:xfrm>
            <a:off x="857229" y="2183011"/>
            <a:ext cx="2959026" cy="1542852"/>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id, sku, title, description, category, price, discountPercentage, rating, brand, returnPolicy, createdAt, updatedAt</a:t>
            </a:r>
            <a:endParaRPr lang="en-US" sz="1800" dirty="0"/>
          </a:p>
        </p:txBody>
      </p:sp>
      <p:sp>
        <p:nvSpPr>
          <p:cNvPr id="6" name="Shape 4"/>
          <p:cNvSpPr/>
          <p:nvPr/>
        </p:nvSpPr>
        <p:spPr>
          <a:xfrm>
            <a:off x="4368691" y="1320105"/>
            <a:ext cx="3454314" cy="4424164"/>
          </a:xfrm>
          <a:prstGeom prst="roundRect">
            <a:avLst>
              <a:gd name="adj" fmla="val 4412"/>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7" name="Text 5"/>
          <p:cNvSpPr/>
          <p:nvPr/>
        </p:nvSpPr>
        <p:spPr>
          <a:xfrm>
            <a:off x="4616335" y="1582995"/>
            <a:ext cx="29590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Warehouse</a:t>
            </a:r>
            <a:endParaRPr lang="en-US" sz="2400" dirty="0"/>
          </a:p>
        </p:txBody>
      </p:sp>
      <p:sp>
        <p:nvSpPr>
          <p:cNvPr id="8" name="Text 6"/>
          <p:cNvSpPr/>
          <p:nvPr/>
        </p:nvSpPr>
        <p:spPr>
          <a:xfrm>
            <a:off x="4616335" y="2183011"/>
            <a:ext cx="2959026"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id, code, name, address, city, state, postalCode, active</a:t>
            </a:r>
            <a:endParaRPr lang="en-US" sz="1800" dirty="0"/>
          </a:p>
        </p:txBody>
      </p:sp>
      <p:sp>
        <p:nvSpPr>
          <p:cNvPr id="9" name="Shape 7"/>
          <p:cNvSpPr/>
          <p:nvPr/>
        </p:nvSpPr>
        <p:spPr>
          <a:xfrm>
            <a:off x="8127797" y="1320105"/>
            <a:ext cx="3454314" cy="4424164"/>
          </a:xfrm>
          <a:prstGeom prst="roundRect">
            <a:avLst>
              <a:gd name="adj" fmla="val 4412"/>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0" name="Text 8"/>
          <p:cNvSpPr/>
          <p:nvPr/>
        </p:nvSpPr>
        <p:spPr>
          <a:xfrm>
            <a:off x="8375440" y="1582995"/>
            <a:ext cx="29590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Inventory</a:t>
            </a:r>
            <a:endParaRPr lang="en-US" sz="2400" dirty="0"/>
          </a:p>
        </p:txBody>
      </p:sp>
      <p:sp>
        <p:nvSpPr>
          <p:cNvPr id="11" name="Text 9"/>
          <p:cNvSpPr/>
          <p:nvPr/>
        </p:nvSpPr>
        <p:spPr>
          <a:xfrm>
            <a:off x="8375440" y="2183011"/>
            <a:ext cx="2959026"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id, productId, warehouseId, quantity</a:t>
            </a:r>
            <a:endParaRPr lang="en-US" sz="1800" dirty="0"/>
          </a:p>
        </p:txBody>
      </p:sp>
      <p:sp>
        <p:nvSpPr>
          <p:cNvPr id="12" name="Text 10"/>
          <p:cNvSpPr/>
          <p:nvPr/>
        </p:nvSpPr>
        <p:spPr>
          <a:xfrm>
            <a:off x="609585" y="6017320"/>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Fields as exposed by the API.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783" y="497509"/>
            <a:ext cx="10769331"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Inventory links a product to a warehouse</a:t>
            </a:r>
            <a:endParaRPr lang="en-US" sz="2800" dirty="0"/>
          </a:p>
        </p:txBody>
      </p:sp>
      <p:sp>
        <p:nvSpPr>
          <p:cNvPr id="3" name="Shape 1"/>
          <p:cNvSpPr/>
          <p:nvPr/>
        </p:nvSpPr>
        <p:spPr>
          <a:xfrm>
            <a:off x="3365416" y="3365500"/>
            <a:ext cx="1142971" cy="12700"/>
          </a:xfrm>
          <a:prstGeom prst="line">
            <a:avLst/>
          </a:prstGeom>
          <a:solidFill>
            <a:srgbClr val="2878FF"/>
          </a:solidFill>
          <a:ln w="25400">
            <a:solidFill>
              <a:srgbClr val="2878FF"/>
            </a:solidFill>
            <a:prstDash val="solid"/>
          </a:ln>
        </p:spPr>
        <p:txBody>
          <a:bodyPr/>
          <a:lstStyle/>
          <a:p>
            <a:endParaRPr lang="en-IN"/>
          </a:p>
        </p:txBody>
      </p:sp>
      <p:sp>
        <p:nvSpPr>
          <p:cNvPr id="4" name="Shape 2"/>
          <p:cNvSpPr/>
          <p:nvPr/>
        </p:nvSpPr>
        <p:spPr>
          <a:xfrm>
            <a:off x="7683308" y="3365500"/>
            <a:ext cx="1142971" cy="12700"/>
          </a:xfrm>
          <a:prstGeom prst="line">
            <a:avLst/>
          </a:prstGeom>
          <a:solidFill>
            <a:srgbClr val="2878FF"/>
          </a:solidFill>
          <a:ln w="25400">
            <a:solidFill>
              <a:srgbClr val="2878FF"/>
            </a:solidFill>
            <a:prstDash val="solid"/>
          </a:ln>
        </p:spPr>
        <p:txBody>
          <a:bodyPr/>
          <a:lstStyle/>
          <a:p>
            <a:endParaRPr lang="en-IN"/>
          </a:p>
        </p:txBody>
      </p:sp>
      <p:sp>
        <p:nvSpPr>
          <p:cNvPr id="5" name="Shape 3"/>
          <p:cNvSpPr/>
          <p:nvPr/>
        </p:nvSpPr>
        <p:spPr>
          <a:xfrm>
            <a:off x="609585" y="2603500"/>
            <a:ext cx="2755831" cy="1714500"/>
          </a:xfrm>
          <a:prstGeom prst="roundRect">
            <a:avLst>
              <a:gd name="adj" fmla="val 8889"/>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6" name="Text 4"/>
          <p:cNvSpPr/>
          <p:nvPr/>
        </p:nvSpPr>
        <p:spPr>
          <a:xfrm>
            <a:off x="908027" y="2917190"/>
            <a:ext cx="215894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Product</a:t>
            </a:r>
            <a:endParaRPr lang="en-US" sz="2400" dirty="0"/>
          </a:p>
        </p:txBody>
      </p:sp>
      <p:sp>
        <p:nvSpPr>
          <p:cNvPr id="7" name="Text 5"/>
          <p:cNvSpPr/>
          <p:nvPr/>
        </p:nvSpPr>
        <p:spPr>
          <a:xfrm>
            <a:off x="908027" y="3517205"/>
            <a:ext cx="2768531"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One product</a:t>
            </a:r>
            <a:endParaRPr lang="en-US" sz="1800" dirty="0"/>
          </a:p>
        </p:txBody>
      </p:sp>
      <p:sp>
        <p:nvSpPr>
          <p:cNvPr id="8" name="Shape 6"/>
          <p:cNvSpPr/>
          <p:nvPr/>
        </p:nvSpPr>
        <p:spPr>
          <a:xfrm>
            <a:off x="4508387" y="2032000"/>
            <a:ext cx="3174921" cy="2857500"/>
          </a:xfrm>
          <a:prstGeom prst="roundRect">
            <a:avLst>
              <a:gd name="adj" fmla="val 5333"/>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9" name="Text 7"/>
          <p:cNvSpPr/>
          <p:nvPr/>
        </p:nvSpPr>
        <p:spPr>
          <a:xfrm>
            <a:off x="4806830" y="2345690"/>
            <a:ext cx="257803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Inventory</a:t>
            </a:r>
            <a:endParaRPr lang="en-US" sz="2400" dirty="0"/>
          </a:p>
        </p:txBody>
      </p:sp>
      <p:sp>
        <p:nvSpPr>
          <p:cNvPr id="10" name="Text 8"/>
          <p:cNvSpPr/>
          <p:nvPr/>
        </p:nvSpPr>
        <p:spPr>
          <a:xfrm>
            <a:off x="4806830" y="2945705"/>
            <a:ext cx="2578036" cy="92571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productId</a:t>
            </a:r>
            <a:endParaRPr lang="en-US" sz="1800" dirty="0"/>
          </a:p>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warehouseId</a:t>
            </a:r>
            <a:endParaRPr lang="en-US" sz="1800" dirty="0"/>
          </a:p>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quantity</a:t>
            </a:r>
            <a:endParaRPr lang="en-US" sz="1800" dirty="0"/>
          </a:p>
        </p:txBody>
      </p:sp>
      <p:sp>
        <p:nvSpPr>
          <p:cNvPr id="11" name="Shape 9"/>
          <p:cNvSpPr/>
          <p:nvPr/>
        </p:nvSpPr>
        <p:spPr>
          <a:xfrm>
            <a:off x="8826279" y="2603500"/>
            <a:ext cx="2755831" cy="1714500"/>
          </a:xfrm>
          <a:prstGeom prst="roundRect">
            <a:avLst>
              <a:gd name="adj" fmla="val 8889"/>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2" name="Text 10"/>
          <p:cNvSpPr/>
          <p:nvPr/>
        </p:nvSpPr>
        <p:spPr>
          <a:xfrm>
            <a:off x="9124722" y="2917190"/>
            <a:ext cx="215894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Warehouse</a:t>
            </a:r>
            <a:endParaRPr lang="en-US" sz="2400" dirty="0"/>
          </a:p>
        </p:txBody>
      </p:sp>
      <p:sp>
        <p:nvSpPr>
          <p:cNvPr id="13" name="Text 11"/>
          <p:cNvSpPr/>
          <p:nvPr/>
        </p:nvSpPr>
        <p:spPr>
          <a:xfrm>
            <a:off x="9124722" y="3517205"/>
            <a:ext cx="2768531"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One warehouse</a:t>
            </a:r>
            <a:endParaRPr lang="en-US" sz="1800" dirty="0"/>
          </a:p>
        </p:txBody>
      </p:sp>
      <p:sp>
        <p:nvSpPr>
          <p:cNvPr id="14" name="Text 12"/>
          <p:cNvSpPr/>
          <p:nvPr/>
        </p:nvSpPr>
        <p:spPr>
          <a:xfrm>
            <a:off x="685783" y="5397500"/>
            <a:ext cx="11378915"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Each product and each warehouse can have many inventory records.</a:t>
            </a:r>
            <a:endParaRPr lang="en-US" sz="1800" dirty="0"/>
          </a:p>
        </p:txBody>
      </p:sp>
      <p:sp>
        <p:nvSpPr>
          <p:cNvPr id="15" name="Text 13"/>
          <p:cNvSpPr/>
          <p:nvPr/>
        </p:nvSpPr>
        <p:spPr>
          <a:xfrm>
            <a:off x="685783" y="5979120"/>
            <a:ext cx="1137891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A duplicate product–warehouse relationship is rejected with 409.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F2F4F7"/>
          </a:solidFill>
          <a:ln/>
        </p:spPr>
        <p:txBody>
          <a:bodyPr/>
          <a:lstStyle/>
          <a:p>
            <a:endParaRPr lang="en-IN"/>
          </a:p>
        </p:txBody>
      </p:sp>
      <p:sp>
        <p:nvSpPr>
          <p:cNvPr id="3" name="Text 1"/>
          <p:cNvSpPr/>
          <p:nvPr/>
        </p:nvSpPr>
        <p:spPr>
          <a:xfrm>
            <a:off x="609585" y="2430145"/>
            <a:ext cx="548626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333F50"/>
                </a:solidFill>
                <a:latin typeface="Lexend Medium" pitchFamily="34" charset="0"/>
                <a:ea typeface="Lexend Medium" pitchFamily="34" charset="-122"/>
                <a:cs typeface="Lexend Medium" pitchFamily="34" charset="0"/>
              </a:rPr>
              <a:t>MASTER DATA</a:t>
            </a:r>
            <a:endParaRPr lang="en-US" sz="1300" dirty="0"/>
          </a:p>
        </p:txBody>
      </p:sp>
      <p:sp>
        <p:nvSpPr>
          <p:cNvPr id="4" name="Text 2"/>
          <p:cNvSpPr/>
          <p:nvPr/>
        </p:nvSpPr>
        <p:spPr>
          <a:xfrm>
            <a:off x="609585" y="2773537"/>
            <a:ext cx="4876678" cy="987425"/>
          </a:xfrm>
          <a:prstGeom prst="rect">
            <a:avLst/>
          </a:prstGeom>
          <a:noFill/>
          <a:ln/>
        </p:spPr>
        <p:txBody>
          <a:bodyPr wrap="square" lIns="0" tIns="0" rIns="0" bIns="0" rtlCol="0" anchor="t">
            <a:normAutofit lnSpcReduction="10000"/>
          </a:bodyPr>
          <a:lstStyle/>
          <a:p>
            <a:pPr marL="0" indent="0" algn="l">
              <a:lnSpc>
                <a:spcPct val="90000"/>
              </a:lnSpc>
              <a:buNone/>
            </a:pPr>
            <a:r>
              <a:rPr lang="en-US" sz="3600" kern="100" spc="-36" dirty="0">
                <a:solidFill>
                  <a:srgbClr val="333F50"/>
                </a:solidFill>
                <a:latin typeface="Merriweather" pitchFamily="34" charset="0"/>
                <a:ea typeface="Merriweather" pitchFamily="34" charset="-122"/>
                <a:cs typeface="Merriweather" pitchFamily="34" charset="0"/>
              </a:rPr>
              <a:t>Product and Warehouse APIs</a:t>
            </a:r>
            <a:endParaRPr lang="en-US" sz="3600" dirty="0"/>
          </a:p>
        </p:txBody>
      </p:sp>
      <p:sp>
        <p:nvSpPr>
          <p:cNvPr id="5" name="Text 3"/>
          <p:cNvSpPr/>
          <p:nvPr/>
        </p:nvSpPr>
        <p:spPr>
          <a:xfrm>
            <a:off x="609585" y="4028678"/>
            <a:ext cx="5486263" cy="411460"/>
          </a:xfrm>
          <a:prstGeom prst="rect">
            <a:avLst/>
          </a:prstGeom>
          <a:noFill/>
          <a:ln/>
        </p:spPr>
        <p:txBody>
          <a:bodyPr wrap="none" lIns="0" tIns="0" rIns="0" bIns="0" rtlCol="0" anchor="t"/>
          <a:lstStyle/>
          <a:p>
            <a:pPr marL="0" indent="0" algn="l">
              <a:lnSpc>
                <a:spcPct val="113000"/>
              </a:lnSpc>
              <a:buNone/>
            </a:pPr>
            <a:r>
              <a:rPr lang="en-US" sz="2400" dirty="0">
                <a:solidFill>
                  <a:srgbClr val="333F50"/>
                </a:solidFill>
                <a:latin typeface="Source Sans 3" pitchFamily="34" charset="0"/>
                <a:ea typeface="Source Sans 3" pitchFamily="34" charset="-122"/>
                <a:cs typeface="Source Sans 3" pitchFamily="34" charset="0"/>
              </a:rPr>
              <a:t>Parallel routes. Domain-specific rules.</a:t>
            </a:r>
            <a:endParaRPr lang="en-US" sz="2400" dirty="0"/>
          </a:p>
        </p:txBody>
      </p:sp>
      <p:pic>
        <p:nvPicPr>
          <p:cNvPr id="6" name="Image 0" descr="preencoded.png"/>
          <p:cNvPicPr>
            <a:picLocks noChangeAspect="1"/>
          </p:cNvPicPr>
          <p:nvPr/>
        </p:nvPicPr>
        <p:blipFill>
          <a:blip r:embed="rId3"/>
          <a:stretch>
            <a:fillRect/>
          </a:stretch>
        </p:blipFill>
        <p:spPr>
          <a:xfrm>
            <a:off x="6095848" y="0"/>
            <a:ext cx="6095848" cy="6858000"/>
          </a:xfrm>
          <a:prstGeom prst="rect">
            <a:avLst/>
          </a:prstGeom>
        </p:spPr>
      </p:pic>
      <p:pic>
        <p:nvPicPr>
          <p:cNvPr id="8" name="Picture 7">
            <a:extLst>
              <a:ext uri="{FF2B5EF4-FFF2-40B4-BE49-F238E27FC236}">
                <a16:creationId xmlns:a16="http://schemas.microsoft.com/office/drawing/2014/main" id="{8EFB889A-2410-3E33-EEAC-506EA9CCCB89}"/>
              </a:ext>
            </a:extLst>
          </p:cNvPr>
          <p:cNvPicPr>
            <a:picLocks noChangeAspect="1"/>
          </p:cNvPicPr>
          <p:nvPr/>
        </p:nvPicPr>
        <p:blipFill>
          <a:blip r:embed="rId4"/>
          <a:stretch>
            <a:fillRect/>
          </a:stretch>
        </p:blipFill>
        <p:spPr>
          <a:xfrm>
            <a:off x="9851311" y="6107968"/>
            <a:ext cx="2133710" cy="5080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Product fields and validation rules</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09585" y="1320105"/>
          <a:ext cx="10972526" cy="4237726"/>
        </p:xfrm>
        <a:graphic>
          <a:graphicData uri="http://schemas.openxmlformats.org/drawingml/2006/table">
            <a:tbl>
              <a:tblPr/>
              <a:tblGrid>
                <a:gridCol w="3730631">
                  <a:extLst>
                    <a:ext uri="{9D8B030D-6E8A-4147-A177-3AD203B41FA5}">
                      <a16:colId xmlns:a16="http://schemas.microsoft.com/office/drawing/2014/main" val="20000"/>
                    </a:ext>
                  </a:extLst>
                </a:gridCol>
                <a:gridCol w="7241895">
                  <a:extLst>
                    <a:ext uri="{9D8B030D-6E8A-4147-A177-3AD203B41FA5}">
                      <a16:colId xmlns:a16="http://schemas.microsoft.com/office/drawing/2014/main" val="20001"/>
                    </a:ext>
                  </a:extLst>
                </a:gridCol>
              </a:tblGrid>
              <a:tr h="532097">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Field</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Rule</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sku</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Required, unique; maximum 50 characters</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title / description</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150 / 2,000 characters</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category / brand</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100 characters each</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price</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Greater than 0; 10 integer digits, 2 decimals</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4"/>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discountPercentage</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0 to 100; 2 decimals</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5"/>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rating</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0 to 5; 2 decimals</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6"/>
                  </a:ext>
                </a:extLst>
              </a:tr>
              <a:tr h="51304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returnPolicy</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150 characters</a:t>
                      </a:r>
                      <a:endParaRPr lang="en-US" sz="2400" dirty="0">
                        <a:latin typeface="Source Sans 3" charset="0"/>
                        <a:ea typeface="Source Sans 3" charset="0"/>
                        <a:cs typeface="Source Sans 3" charset="0"/>
                      </a:endParaRPr>
                    </a:p>
                  </a:txBody>
                  <a:tcPr marL="152396" marR="152396"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1"/>
          <p:cNvSpPr/>
          <p:nvPr/>
        </p:nvSpPr>
        <p:spPr>
          <a:xfrm>
            <a:off x="609585" y="5830987"/>
            <a:ext cx="115821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All listed business fields are required. Update also requires id.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BROWSE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/api/v1/products</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Browse the catalog with pagination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Query parameters page and size; defaults 0 and 20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Page size from 1 to 100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 with paged data</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 for invalid pagination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SEARCH</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/api/v1/products/search</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4174723"/>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Search with query parameters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1085624">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Text: query, title, description. Exact: sku, brand, category, returnPolicy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1085624">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Filters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Ranges and operators for price, rating, discount; lists brands, categories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Sorting</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page, size, sortBy, sortDirection ASC or DESC</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STRUCTURED SEARCH</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/api/v1/products/advance-search</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763274"/>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Search using a JSON body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filters (field, operator, value), page, size, sortBy, sortDirection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1085624">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AND combination; 11 operators. Fields include id, sku, title, price, rating, createdAt, updatedAt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 for unsupported values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469583"/>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ADVANCED SEARCH FLOW</a:t>
            </a:r>
            <a:endParaRPr lang="en-US" sz="1300" dirty="0"/>
          </a:p>
        </p:txBody>
      </p:sp>
      <p:sp>
        <p:nvSpPr>
          <p:cNvPr id="3" name="Text 1"/>
          <p:cNvSpPr/>
          <p:nvPr/>
        </p:nvSpPr>
        <p:spPr>
          <a:xfrm>
            <a:off x="584185" y="793975"/>
            <a:ext cx="11023324"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Advanced search checks the request, then returns a sorted, paged result</a:t>
            </a:r>
            <a:endParaRPr lang="en-US" sz="2800" dirty="0"/>
          </a:p>
        </p:txBody>
      </p:sp>
      <p:sp>
        <p:nvSpPr>
          <p:cNvPr id="4" name="Shape 2"/>
          <p:cNvSpPr/>
          <p:nvPr/>
        </p:nvSpPr>
        <p:spPr>
          <a:xfrm>
            <a:off x="2412940" y="2673350"/>
            <a:ext cx="444489" cy="114300"/>
          </a:xfrm>
          <a:prstGeom prst="rightArrow">
            <a:avLst/>
          </a:prstGeom>
          <a:solidFill>
            <a:srgbClr val="5B6B7F"/>
          </a:solidFill>
          <a:ln/>
        </p:spPr>
        <p:txBody>
          <a:bodyPr/>
          <a:lstStyle/>
          <a:p>
            <a:endParaRPr lang="en-IN"/>
          </a:p>
        </p:txBody>
      </p:sp>
      <p:sp>
        <p:nvSpPr>
          <p:cNvPr id="5" name="Shape 3"/>
          <p:cNvSpPr/>
          <p:nvPr/>
        </p:nvSpPr>
        <p:spPr>
          <a:xfrm flipV="1">
            <a:off x="4927477" y="2600116"/>
            <a:ext cx="507987" cy="205679"/>
          </a:xfrm>
          <a:prstGeom prst="rightArrow">
            <a:avLst/>
          </a:prstGeom>
          <a:solidFill>
            <a:srgbClr val="5B6B7F"/>
          </a:solidFill>
          <a:ln/>
        </p:spPr>
        <p:txBody>
          <a:bodyPr/>
          <a:lstStyle/>
          <a:p>
            <a:endParaRPr lang="en-IN"/>
          </a:p>
        </p:txBody>
      </p:sp>
      <p:sp>
        <p:nvSpPr>
          <p:cNvPr id="6" name="Shape 4"/>
          <p:cNvSpPr/>
          <p:nvPr/>
        </p:nvSpPr>
        <p:spPr>
          <a:xfrm>
            <a:off x="7454908" y="2673350"/>
            <a:ext cx="507987" cy="114300"/>
          </a:xfrm>
          <a:prstGeom prst="rightArrow">
            <a:avLst/>
          </a:prstGeom>
          <a:solidFill>
            <a:srgbClr val="5B6B7F"/>
          </a:solidFill>
          <a:ln/>
        </p:spPr>
        <p:txBody>
          <a:bodyPr/>
          <a:lstStyle/>
          <a:p>
            <a:endParaRPr lang="en-IN"/>
          </a:p>
        </p:txBody>
      </p:sp>
      <p:sp>
        <p:nvSpPr>
          <p:cNvPr id="7" name="Shape 5"/>
          <p:cNvSpPr/>
          <p:nvPr/>
        </p:nvSpPr>
        <p:spPr>
          <a:xfrm rot="5400000">
            <a:off x="8318292" y="3625850"/>
            <a:ext cx="1015975" cy="114300"/>
          </a:xfrm>
          <a:prstGeom prst="rightArrow">
            <a:avLst/>
          </a:prstGeom>
          <a:solidFill>
            <a:srgbClr val="5B6B7F"/>
          </a:solidFill>
          <a:ln/>
        </p:spPr>
        <p:txBody>
          <a:bodyPr/>
          <a:lstStyle/>
          <a:p>
            <a:endParaRPr lang="en-IN"/>
          </a:p>
        </p:txBody>
      </p:sp>
      <p:sp>
        <p:nvSpPr>
          <p:cNvPr id="8" name="Shape 6"/>
          <p:cNvSpPr/>
          <p:nvPr/>
        </p:nvSpPr>
        <p:spPr>
          <a:xfrm>
            <a:off x="9588260" y="4578350"/>
            <a:ext cx="444489" cy="114300"/>
          </a:xfrm>
          <a:prstGeom prst="rightArrow">
            <a:avLst/>
          </a:prstGeom>
          <a:solidFill>
            <a:srgbClr val="5B6B7F"/>
          </a:solidFill>
          <a:ln/>
        </p:spPr>
        <p:txBody>
          <a:bodyPr/>
          <a:lstStyle/>
          <a:p>
            <a:endParaRPr lang="en-IN"/>
          </a:p>
        </p:txBody>
      </p:sp>
      <p:sp>
        <p:nvSpPr>
          <p:cNvPr id="9" name="Shape 7"/>
          <p:cNvSpPr/>
          <p:nvPr/>
        </p:nvSpPr>
        <p:spPr>
          <a:xfrm rot="5400000">
            <a:off x="3555911" y="3816350"/>
            <a:ext cx="634984" cy="114300"/>
          </a:xfrm>
          <a:prstGeom prst="rightArrow">
            <a:avLst/>
          </a:prstGeom>
          <a:solidFill>
            <a:srgbClr val="5B6B7F"/>
          </a:solidFill>
          <a:ln/>
        </p:spPr>
        <p:txBody>
          <a:bodyPr/>
          <a:lstStyle/>
          <a:p>
            <a:endParaRPr lang="en-IN"/>
          </a:p>
        </p:txBody>
      </p:sp>
      <p:sp>
        <p:nvSpPr>
          <p:cNvPr id="10" name="Shape 8"/>
          <p:cNvSpPr/>
          <p:nvPr/>
        </p:nvSpPr>
        <p:spPr>
          <a:xfrm rot="5400000">
            <a:off x="6095847" y="3816350"/>
            <a:ext cx="634984" cy="114300"/>
          </a:xfrm>
          <a:prstGeom prst="rightArrow">
            <a:avLst/>
          </a:prstGeom>
          <a:solidFill>
            <a:srgbClr val="5B6B7F"/>
          </a:solidFill>
          <a:ln/>
        </p:spPr>
        <p:txBody>
          <a:bodyPr/>
          <a:lstStyle/>
          <a:p>
            <a:endParaRPr lang="en-IN"/>
          </a:p>
        </p:txBody>
      </p:sp>
      <p:sp>
        <p:nvSpPr>
          <p:cNvPr id="11" name="Shape 9"/>
          <p:cNvSpPr/>
          <p:nvPr/>
        </p:nvSpPr>
        <p:spPr>
          <a:xfrm>
            <a:off x="507987" y="2286000"/>
            <a:ext cx="1904952" cy="889000"/>
          </a:xfrm>
          <a:prstGeom prst="roundRect">
            <a:avLst/>
          </a:prstGeom>
          <a:solidFill>
            <a:srgbClr val="E9EEF5"/>
          </a:solidFill>
          <a:ln w="15875">
            <a:solidFill>
              <a:srgbClr val="1F3A5F"/>
            </a:solidFill>
            <a:prstDash val="solid"/>
          </a:ln>
        </p:spPr>
        <p:txBody>
          <a:bodyPr/>
          <a:lstStyle/>
          <a:p>
            <a:endParaRPr lang="en-IN"/>
          </a:p>
        </p:txBody>
      </p:sp>
      <p:sp>
        <p:nvSpPr>
          <p:cNvPr id="12" name="Text 10"/>
          <p:cNvSpPr/>
          <p:nvPr/>
        </p:nvSpPr>
        <p:spPr>
          <a:xfrm>
            <a:off x="546086" y="2524820"/>
            <a:ext cx="1828754"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JSON body: filters, page, size, sortBy, sortDirection</a:t>
            </a:r>
            <a:endParaRPr lang="en-US" sz="1200" dirty="0"/>
          </a:p>
        </p:txBody>
      </p:sp>
      <p:sp>
        <p:nvSpPr>
          <p:cNvPr id="13" name="Shape 11"/>
          <p:cNvSpPr/>
          <p:nvPr/>
        </p:nvSpPr>
        <p:spPr>
          <a:xfrm>
            <a:off x="2857429" y="1905000"/>
            <a:ext cx="2031949" cy="1651000"/>
          </a:xfrm>
          <a:prstGeom prst="diamond">
            <a:avLst/>
          </a:prstGeom>
          <a:solidFill>
            <a:srgbClr val="D6DEE9"/>
          </a:solidFill>
          <a:ln w="15875">
            <a:solidFill>
              <a:srgbClr val="1F3A5F"/>
            </a:solidFill>
            <a:prstDash val="solid"/>
          </a:ln>
        </p:spPr>
        <p:txBody>
          <a:bodyPr/>
          <a:lstStyle/>
          <a:p>
            <a:endParaRPr lang="en-IN"/>
          </a:p>
        </p:txBody>
      </p:sp>
      <p:sp>
        <p:nvSpPr>
          <p:cNvPr id="14" name="Text 12"/>
          <p:cNvSpPr/>
          <p:nvPr/>
        </p:nvSpPr>
        <p:spPr>
          <a:xfrm>
            <a:off x="3124122" y="2524820"/>
            <a:ext cx="1498563"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Field and operator supported?</a:t>
            </a:r>
            <a:endParaRPr lang="en-US" sz="1200" dirty="0"/>
          </a:p>
        </p:txBody>
      </p:sp>
      <p:sp>
        <p:nvSpPr>
          <p:cNvPr id="15" name="Shape 13"/>
          <p:cNvSpPr/>
          <p:nvPr/>
        </p:nvSpPr>
        <p:spPr>
          <a:xfrm>
            <a:off x="5397365" y="1905000"/>
            <a:ext cx="2031949" cy="1651000"/>
          </a:xfrm>
          <a:prstGeom prst="diamond">
            <a:avLst/>
          </a:prstGeom>
          <a:solidFill>
            <a:srgbClr val="D6DEE9"/>
          </a:solidFill>
          <a:ln w="15875">
            <a:solidFill>
              <a:srgbClr val="1F3A5F"/>
            </a:solidFill>
            <a:prstDash val="solid"/>
          </a:ln>
        </p:spPr>
        <p:txBody>
          <a:bodyPr/>
          <a:lstStyle/>
          <a:p>
            <a:endParaRPr lang="en-IN"/>
          </a:p>
        </p:txBody>
      </p:sp>
      <p:sp>
        <p:nvSpPr>
          <p:cNvPr id="16" name="Text 14"/>
          <p:cNvSpPr/>
          <p:nvPr/>
        </p:nvSpPr>
        <p:spPr>
          <a:xfrm>
            <a:off x="5359266" y="2627610"/>
            <a:ext cx="2108147"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Page and size valid?</a:t>
            </a:r>
            <a:endParaRPr lang="en-US" sz="1200" dirty="0"/>
          </a:p>
        </p:txBody>
      </p:sp>
      <p:sp>
        <p:nvSpPr>
          <p:cNvPr id="17" name="Shape 15"/>
          <p:cNvSpPr/>
          <p:nvPr/>
        </p:nvSpPr>
        <p:spPr>
          <a:xfrm>
            <a:off x="7937301" y="2286000"/>
            <a:ext cx="1777956" cy="889000"/>
          </a:xfrm>
          <a:prstGeom prst="roundRect">
            <a:avLst/>
          </a:prstGeom>
          <a:solidFill>
            <a:srgbClr val="E9EEF5"/>
          </a:solidFill>
          <a:ln w="15875">
            <a:solidFill>
              <a:srgbClr val="1F3A5F"/>
            </a:solidFill>
            <a:prstDash val="solid"/>
          </a:ln>
        </p:spPr>
        <p:txBody>
          <a:bodyPr/>
          <a:lstStyle/>
          <a:p>
            <a:endParaRPr lang="en-IN"/>
          </a:p>
        </p:txBody>
      </p:sp>
      <p:sp>
        <p:nvSpPr>
          <p:cNvPr id="18" name="Text 16"/>
          <p:cNvSpPr/>
          <p:nvPr/>
        </p:nvSpPr>
        <p:spPr>
          <a:xfrm>
            <a:off x="7670608" y="2627610"/>
            <a:ext cx="2311342"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Filters combined with AND</a:t>
            </a:r>
            <a:endParaRPr lang="en-US" sz="1200" dirty="0"/>
          </a:p>
        </p:txBody>
      </p:sp>
      <p:sp>
        <p:nvSpPr>
          <p:cNvPr id="19" name="Shape 17"/>
          <p:cNvSpPr/>
          <p:nvPr/>
        </p:nvSpPr>
        <p:spPr>
          <a:xfrm>
            <a:off x="8064298" y="4191000"/>
            <a:ext cx="1523962" cy="889000"/>
          </a:xfrm>
          <a:prstGeom prst="roundRect">
            <a:avLst/>
          </a:prstGeom>
          <a:solidFill>
            <a:srgbClr val="E9EEF5"/>
          </a:solidFill>
          <a:ln w="15875">
            <a:solidFill>
              <a:srgbClr val="1F3A5F"/>
            </a:solidFill>
            <a:prstDash val="solid"/>
          </a:ln>
        </p:spPr>
        <p:txBody>
          <a:bodyPr/>
          <a:lstStyle/>
          <a:p>
            <a:endParaRPr lang="en-IN"/>
          </a:p>
        </p:txBody>
      </p:sp>
      <p:sp>
        <p:nvSpPr>
          <p:cNvPr id="20" name="Text 18"/>
          <p:cNvSpPr/>
          <p:nvPr/>
        </p:nvSpPr>
        <p:spPr>
          <a:xfrm>
            <a:off x="7797605" y="4532610"/>
            <a:ext cx="2057349"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Sorted and paged</a:t>
            </a:r>
            <a:endParaRPr lang="en-US" sz="1200" dirty="0"/>
          </a:p>
        </p:txBody>
      </p:sp>
      <p:sp>
        <p:nvSpPr>
          <p:cNvPr id="21" name="Shape 19"/>
          <p:cNvSpPr/>
          <p:nvPr/>
        </p:nvSpPr>
        <p:spPr>
          <a:xfrm>
            <a:off x="10032749" y="4191000"/>
            <a:ext cx="1650959" cy="889000"/>
          </a:xfrm>
          <a:prstGeom prst="roundRect">
            <a:avLst/>
          </a:prstGeom>
          <a:solidFill>
            <a:srgbClr val="DCE3ED"/>
          </a:solidFill>
          <a:ln w="15875">
            <a:solidFill>
              <a:srgbClr val="1F3A5F"/>
            </a:solidFill>
            <a:prstDash val="solid"/>
          </a:ln>
        </p:spPr>
        <p:txBody>
          <a:bodyPr/>
          <a:lstStyle/>
          <a:p>
            <a:endParaRPr lang="en-IN"/>
          </a:p>
        </p:txBody>
      </p:sp>
      <p:sp>
        <p:nvSpPr>
          <p:cNvPr id="22" name="Text 20"/>
          <p:cNvSpPr/>
          <p:nvPr/>
        </p:nvSpPr>
        <p:spPr>
          <a:xfrm>
            <a:off x="9766056" y="4532610"/>
            <a:ext cx="2184345"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200 with paged data</a:t>
            </a:r>
            <a:endParaRPr lang="en-US" sz="1200" dirty="0"/>
          </a:p>
        </p:txBody>
      </p:sp>
      <p:sp>
        <p:nvSpPr>
          <p:cNvPr id="23" name="Shape 21"/>
          <p:cNvSpPr/>
          <p:nvPr/>
        </p:nvSpPr>
        <p:spPr>
          <a:xfrm>
            <a:off x="2857429" y="4191000"/>
            <a:ext cx="2031949" cy="762000"/>
          </a:xfrm>
          <a:prstGeom prst="roundRect">
            <a:avLst/>
          </a:prstGeom>
          <a:solidFill>
            <a:srgbClr val="FFFFFF"/>
          </a:solidFill>
          <a:ln w="15875">
            <a:solidFill>
              <a:srgbClr val="8A94A3"/>
            </a:solidFill>
            <a:prstDash val="solid"/>
          </a:ln>
        </p:spPr>
        <p:txBody>
          <a:bodyPr/>
          <a:lstStyle/>
          <a:p>
            <a:endParaRPr lang="en-IN"/>
          </a:p>
        </p:txBody>
      </p:sp>
      <p:sp>
        <p:nvSpPr>
          <p:cNvPr id="24" name="Text 22"/>
          <p:cNvSpPr/>
          <p:nvPr/>
        </p:nvSpPr>
        <p:spPr>
          <a:xfrm>
            <a:off x="2590735" y="4469110"/>
            <a:ext cx="2565336"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400 Bad request</a:t>
            </a:r>
            <a:endParaRPr lang="en-US" sz="1200" dirty="0"/>
          </a:p>
        </p:txBody>
      </p:sp>
      <p:sp>
        <p:nvSpPr>
          <p:cNvPr id="25" name="Shape 23"/>
          <p:cNvSpPr/>
          <p:nvPr/>
        </p:nvSpPr>
        <p:spPr>
          <a:xfrm>
            <a:off x="5397365" y="4191000"/>
            <a:ext cx="2031949" cy="762000"/>
          </a:xfrm>
          <a:prstGeom prst="roundRect">
            <a:avLst/>
          </a:prstGeom>
          <a:solidFill>
            <a:srgbClr val="FFFFFF"/>
          </a:solidFill>
          <a:ln w="15875">
            <a:solidFill>
              <a:srgbClr val="8A94A3"/>
            </a:solidFill>
            <a:prstDash val="solid"/>
          </a:ln>
        </p:spPr>
        <p:txBody>
          <a:bodyPr/>
          <a:lstStyle/>
          <a:p>
            <a:endParaRPr lang="en-IN"/>
          </a:p>
        </p:txBody>
      </p:sp>
      <p:sp>
        <p:nvSpPr>
          <p:cNvPr id="26" name="Text 24"/>
          <p:cNvSpPr/>
          <p:nvPr/>
        </p:nvSpPr>
        <p:spPr>
          <a:xfrm>
            <a:off x="5130672" y="4469110"/>
            <a:ext cx="2565336"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400 Bad request</a:t>
            </a:r>
            <a:endParaRPr lang="en-US" sz="1200" dirty="0"/>
          </a:p>
        </p:txBody>
      </p:sp>
      <p:sp>
        <p:nvSpPr>
          <p:cNvPr id="27" name="Text 25"/>
          <p:cNvSpPr/>
          <p:nvPr/>
        </p:nvSpPr>
        <p:spPr>
          <a:xfrm>
            <a:off x="4933827" y="2787650"/>
            <a:ext cx="1003275" cy="26154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28" name="Text 26"/>
          <p:cNvSpPr/>
          <p:nvPr/>
        </p:nvSpPr>
        <p:spPr>
          <a:xfrm>
            <a:off x="7473763" y="2753546"/>
            <a:ext cx="1003275" cy="81034"/>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29" name="Text 27"/>
          <p:cNvSpPr/>
          <p:nvPr/>
        </p:nvSpPr>
        <p:spPr>
          <a:xfrm>
            <a:off x="3968651" y="3759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30" name="Text 28"/>
          <p:cNvSpPr/>
          <p:nvPr/>
        </p:nvSpPr>
        <p:spPr>
          <a:xfrm>
            <a:off x="6508587" y="3759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31" name="Text 29"/>
          <p:cNvSpPr/>
          <p:nvPr/>
        </p:nvSpPr>
        <p:spPr>
          <a:xfrm>
            <a:off x="584185" y="5816600"/>
            <a:ext cx="116075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Size must be 1 to 100. The same filter structure also drives DELETE /api/v1/products/delete-by-filters.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RETRIEVE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/api/v1/products/{id}</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09585" y="246191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Fetch one product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 with the product in the envelope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when the product is not found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CREATE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/api/v1/products/create</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 a single product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Product DTO with all required fields; no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Product field constraints and unique SKU</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409 duplicate SKU; 422 failed 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469583"/>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CREATE FLOW</a:t>
            </a:r>
            <a:endParaRPr lang="en-US" sz="1300" dirty="0"/>
          </a:p>
        </p:txBody>
      </p:sp>
      <p:sp>
        <p:nvSpPr>
          <p:cNvPr id="3" name="Text 1"/>
          <p:cNvSpPr/>
          <p:nvPr/>
        </p:nvSpPr>
        <p:spPr>
          <a:xfrm>
            <a:off x="584185" y="793975"/>
            <a:ext cx="11023324"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A product is saved only after field checks and a unique SKU check</a:t>
            </a:r>
            <a:endParaRPr lang="en-US" sz="2800" dirty="0"/>
          </a:p>
        </p:txBody>
      </p:sp>
      <p:sp>
        <p:nvSpPr>
          <p:cNvPr id="4" name="Shape 2"/>
          <p:cNvSpPr/>
          <p:nvPr/>
        </p:nvSpPr>
        <p:spPr>
          <a:xfrm>
            <a:off x="2285943" y="3117850"/>
            <a:ext cx="444489" cy="114300"/>
          </a:xfrm>
          <a:prstGeom prst="rightArrow">
            <a:avLst/>
          </a:prstGeom>
          <a:solidFill>
            <a:srgbClr val="5B6B7F"/>
          </a:solidFill>
          <a:ln/>
        </p:spPr>
        <p:txBody>
          <a:bodyPr/>
          <a:lstStyle/>
          <a:p>
            <a:endParaRPr lang="en-IN"/>
          </a:p>
        </p:txBody>
      </p:sp>
      <p:sp>
        <p:nvSpPr>
          <p:cNvPr id="5" name="Shape 3"/>
          <p:cNvSpPr/>
          <p:nvPr/>
        </p:nvSpPr>
        <p:spPr>
          <a:xfrm>
            <a:off x="4825879" y="3117850"/>
            <a:ext cx="444489" cy="114300"/>
          </a:xfrm>
          <a:prstGeom prst="rightArrow">
            <a:avLst/>
          </a:prstGeom>
          <a:solidFill>
            <a:srgbClr val="5B6B7F"/>
          </a:solidFill>
          <a:ln/>
        </p:spPr>
        <p:txBody>
          <a:bodyPr/>
          <a:lstStyle/>
          <a:p>
            <a:endParaRPr lang="en-IN"/>
          </a:p>
        </p:txBody>
      </p:sp>
      <p:sp>
        <p:nvSpPr>
          <p:cNvPr id="6" name="Shape 4"/>
          <p:cNvSpPr/>
          <p:nvPr/>
        </p:nvSpPr>
        <p:spPr>
          <a:xfrm>
            <a:off x="7365816" y="3117850"/>
            <a:ext cx="444489" cy="114300"/>
          </a:xfrm>
          <a:prstGeom prst="rightArrow">
            <a:avLst/>
          </a:prstGeom>
          <a:solidFill>
            <a:srgbClr val="5B6B7F"/>
          </a:solidFill>
          <a:ln/>
        </p:spPr>
        <p:txBody>
          <a:bodyPr/>
          <a:lstStyle/>
          <a:p>
            <a:endParaRPr lang="en-IN"/>
          </a:p>
        </p:txBody>
      </p:sp>
      <p:sp>
        <p:nvSpPr>
          <p:cNvPr id="7" name="Shape 5"/>
          <p:cNvSpPr/>
          <p:nvPr/>
        </p:nvSpPr>
        <p:spPr>
          <a:xfrm>
            <a:off x="9588260" y="3117850"/>
            <a:ext cx="444489" cy="114300"/>
          </a:xfrm>
          <a:prstGeom prst="rightArrow">
            <a:avLst/>
          </a:prstGeom>
          <a:solidFill>
            <a:srgbClr val="5B6B7F"/>
          </a:solidFill>
          <a:ln/>
        </p:spPr>
        <p:txBody>
          <a:bodyPr/>
          <a:lstStyle/>
          <a:p>
            <a:endParaRPr lang="en-IN"/>
          </a:p>
        </p:txBody>
      </p:sp>
      <p:sp>
        <p:nvSpPr>
          <p:cNvPr id="8" name="Shape 6"/>
          <p:cNvSpPr/>
          <p:nvPr/>
        </p:nvSpPr>
        <p:spPr>
          <a:xfrm rot="5400000">
            <a:off x="3492413" y="4229100"/>
            <a:ext cx="571486" cy="114300"/>
          </a:xfrm>
          <a:prstGeom prst="rightArrow">
            <a:avLst/>
          </a:prstGeom>
          <a:solidFill>
            <a:srgbClr val="5B6B7F"/>
          </a:solidFill>
          <a:ln/>
        </p:spPr>
        <p:txBody>
          <a:bodyPr/>
          <a:lstStyle/>
          <a:p>
            <a:endParaRPr lang="en-IN"/>
          </a:p>
        </p:txBody>
      </p:sp>
      <p:sp>
        <p:nvSpPr>
          <p:cNvPr id="9" name="Shape 7"/>
          <p:cNvSpPr/>
          <p:nvPr/>
        </p:nvSpPr>
        <p:spPr>
          <a:xfrm rot="5400000">
            <a:off x="6032349" y="4229100"/>
            <a:ext cx="571486" cy="114300"/>
          </a:xfrm>
          <a:prstGeom prst="rightArrow">
            <a:avLst/>
          </a:prstGeom>
          <a:solidFill>
            <a:srgbClr val="5B6B7F"/>
          </a:solidFill>
          <a:ln/>
        </p:spPr>
        <p:txBody>
          <a:bodyPr/>
          <a:lstStyle/>
          <a:p>
            <a:endParaRPr lang="en-IN"/>
          </a:p>
        </p:txBody>
      </p:sp>
      <p:sp>
        <p:nvSpPr>
          <p:cNvPr id="10" name="Shape 8"/>
          <p:cNvSpPr/>
          <p:nvPr/>
        </p:nvSpPr>
        <p:spPr>
          <a:xfrm>
            <a:off x="507987" y="2730500"/>
            <a:ext cx="1777956" cy="889000"/>
          </a:xfrm>
          <a:prstGeom prst="roundRect">
            <a:avLst/>
          </a:prstGeom>
          <a:solidFill>
            <a:srgbClr val="DCE3ED"/>
          </a:solidFill>
          <a:ln w="15875">
            <a:solidFill>
              <a:srgbClr val="1F3A5F"/>
            </a:solidFill>
            <a:prstDash val="solid"/>
          </a:ln>
        </p:spPr>
        <p:txBody>
          <a:bodyPr/>
          <a:lstStyle/>
          <a:p>
            <a:endParaRPr lang="en-IN"/>
          </a:p>
        </p:txBody>
      </p:sp>
      <p:sp>
        <p:nvSpPr>
          <p:cNvPr id="11" name="Text 9"/>
          <p:cNvSpPr/>
          <p:nvPr/>
        </p:nvSpPr>
        <p:spPr>
          <a:xfrm>
            <a:off x="546086" y="2969320"/>
            <a:ext cx="1701757"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Request body: product DTO</a:t>
            </a:r>
            <a:endParaRPr lang="en-US" sz="1200" dirty="0"/>
          </a:p>
        </p:txBody>
      </p:sp>
      <p:sp>
        <p:nvSpPr>
          <p:cNvPr id="12" name="Shape 10"/>
          <p:cNvSpPr/>
          <p:nvPr/>
        </p:nvSpPr>
        <p:spPr>
          <a:xfrm>
            <a:off x="2730432" y="2349500"/>
            <a:ext cx="2095448" cy="1651000"/>
          </a:xfrm>
          <a:prstGeom prst="diamond">
            <a:avLst/>
          </a:prstGeom>
          <a:solidFill>
            <a:srgbClr val="D6DEE9"/>
          </a:solidFill>
          <a:ln w="15875">
            <a:solidFill>
              <a:srgbClr val="1F3A5F"/>
            </a:solidFill>
            <a:prstDash val="solid"/>
          </a:ln>
        </p:spPr>
        <p:txBody>
          <a:bodyPr/>
          <a:lstStyle/>
          <a:p>
            <a:endParaRPr lang="en-IN"/>
          </a:p>
        </p:txBody>
      </p:sp>
      <p:sp>
        <p:nvSpPr>
          <p:cNvPr id="13" name="Text 11"/>
          <p:cNvSpPr/>
          <p:nvPr/>
        </p:nvSpPr>
        <p:spPr>
          <a:xfrm>
            <a:off x="2692333" y="3072110"/>
            <a:ext cx="2171646"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Fields and limits valid?</a:t>
            </a:r>
            <a:endParaRPr lang="en-US" sz="1200" dirty="0"/>
          </a:p>
        </p:txBody>
      </p:sp>
      <p:sp>
        <p:nvSpPr>
          <p:cNvPr id="14" name="Shape 12"/>
          <p:cNvSpPr/>
          <p:nvPr/>
        </p:nvSpPr>
        <p:spPr>
          <a:xfrm>
            <a:off x="5270368" y="2349500"/>
            <a:ext cx="2095448" cy="1651000"/>
          </a:xfrm>
          <a:prstGeom prst="diamond">
            <a:avLst/>
          </a:prstGeom>
          <a:solidFill>
            <a:srgbClr val="D6DEE9"/>
          </a:solidFill>
          <a:ln w="15875">
            <a:solidFill>
              <a:srgbClr val="1F3A5F"/>
            </a:solidFill>
            <a:prstDash val="solid"/>
          </a:ln>
        </p:spPr>
        <p:txBody>
          <a:bodyPr/>
          <a:lstStyle/>
          <a:p>
            <a:endParaRPr lang="en-IN"/>
          </a:p>
        </p:txBody>
      </p:sp>
      <p:sp>
        <p:nvSpPr>
          <p:cNvPr id="15" name="Text 13"/>
          <p:cNvSpPr/>
          <p:nvPr/>
        </p:nvSpPr>
        <p:spPr>
          <a:xfrm>
            <a:off x="5232269" y="3072110"/>
            <a:ext cx="2171646"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SKU unique?</a:t>
            </a:r>
            <a:endParaRPr lang="en-US" sz="1200" dirty="0"/>
          </a:p>
        </p:txBody>
      </p:sp>
      <p:sp>
        <p:nvSpPr>
          <p:cNvPr id="16" name="Shape 14"/>
          <p:cNvSpPr/>
          <p:nvPr/>
        </p:nvSpPr>
        <p:spPr>
          <a:xfrm>
            <a:off x="7810305" y="2730500"/>
            <a:ext cx="1777956" cy="889000"/>
          </a:xfrm>
          <a:prstGeom prst="roundRect">
            <a:avLst/>
          </a:prstGeom>
          <a:solidFill>
            <a:srgbClr val="E9EEF5"/>
          </a:solidFill>
          <a:ln w="15875">
            <a:solidFill>
              <a:srgbClr val="1F3A5F"/>
            </a:solidFill>
            <a:prstDash val="solid"/>
          </a:ln>
        </p:spPr>
        <p:txBody>
          <a:bodyPr/>
          <a:lstStyle/>
          <a:p>
            <a:endParaRPr lang="en-IN"/>
          </a:p>
        </p:txBody>
      </p:sp>
      <p:sp>
        <p:nvSpPr>
          <p:cNvPr id="17" name="Text 15"/>
          <p:cNvSpPr/>
          <p:nvPr/>
        </p:nvSpPr>
        <p:spPr>
          <a:xfrm>
            <a:off x="7543611" y="3072110"/>
            <a:ext cx="2311342"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Save product</a:t>
            </a:r>
            <a:endParaRPr lang="en-US" sz="1200" dirty="0"/>
          </a:p>
        </p:txBody>
      </p:sp>
      <p:sp>
        <p:nvSpPr>
          <p:cNvPr id="18" name="Shape 16"/>
          <p:cNvSpPr/>
          <p:nvPr/>
        </p:nvSpPr>
        <p:spPr>
          <a:xfrm>
            <a:off x="10032749" y="2730500"/>
            <a:ext cx="1650959" cy="889000"/>
          </a:xfrm>
          <a:prstGeom prst="roundRect">
            <a:avLst/>
          </a:prstGeom>
          <a:solidFill>
            <a:srgbClr val="DCE3ED"/>
          </a:solidFill>
          <a:ln w="15875">
            <a:solidFill>
              <a:srgbClr val="1F3A5F"/>
            </a:solidFill>
            <a:prstDash val="solid"/>
          </a:ln>
        </p:spPr>
        <p:txBody>
          <a:bodyPr/>
          <a:lstStyle/>
          <a:p>
            <a:endParaRPr lang="en-IN"/>
          </a:p>
        </p:txBody>
      </p:sp>
      <p:sp>
        <p:nvSpPr>
          <p:cNvPr id="19" name="Text 17"/>
          <p:cNvSpPr/>
          <p:nvPr/>
        </p:nvSpPr>
        <p:spPr>
          <a:xfrm>
            <a:off x="9766056" y="3072110"/>
            <a:ext cx="2184345"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201 with envelope</a:t>
            </a:r>
            <a:endParaRPr lang="en-US" sz="1200" dirty="0"/>
          </a:p>
        </p:txBody>
      </p:sp>
      <p:sp>
        <p:nvSpPr>
          <p:cNvPr id="20" name="Shape 18"/>
          <p:cNvSpPr/>
          <p:nvPr/>
        </p:nvSpPr>
        <p:spPr>
          <a:xfrm>
            <a:off x="2730432" y="4572000"/>
            <a:ext cx="2095448" cy="762000"/>
          </a:xfrm>
          <a:prstGeom prst="roundRect">
            <a:avLst/>
          </a:prstGeom>
          <a:solidFill>
            <a:srgbClr val="FFFFFF"/>
          </a:solidFill>
          <a:ln w="15875">
            <a:solidFill>
              <a:srgbClr val="8A94A3"/>
            </a:solidFill>
            <a:prstDash val="solid"/>
          </a:ln>
        </p:spPr>
        <p:txBody>
          <a:bodyPr/>
          <a:lstStyle/>
          <a:p>
            <a:endParaRPr lang="en-IN"/>
          </a:p>
        </p:txBody>
      </p:sp>
      <p:sp>
        <p:nvSpPr>
          <p:cNvPr id="21" name="Text 19"/>
          <p:cNvSpPr/>
          <p:nvPr/>
        </p:nvSpPr>
        <p:spPr>
          <a:xfrm>
            <a:off x="2463738" y="4850110"/>
            <a:ext cx="2628834"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422 Validation failed</a:t>
            </a:r>
            <a:endParaRPr lang="en-US" sz="1200" dirty="0"/>
          </a:p>
        </p:txBody>
      </p:sp>
      <p:sp>
        <p:nvSpPr>
          <p:cNvPr id="22" name="Shape 20"/>
          <p:cNvSpPr/>
          <p:nvPr/>
        </p:nvSpPr>
        <p:spPr>
          <a:xfrm>
            <a:off x="5270368" y="4572000"/>
            <a:ext cx="2095448" cy="762000"/>
          </a:xfrm>
          <a:prstGeom prst="roundRect">
            <a:avLst/>
          </a:prstGeom>
          <a:solidFill>
            <a:srgbClr val="FFFFFF"/>
          </a:solidFill>
          <a:ln w="15875">
            <a:solidFill>
              <a:srgbClr val="8A94A3"/>
            </a:solidFill>
            <a:prstDash val="solid"/>
          </a:ln>
        </p:spPr>
        <p:txBody>
          <a:bodyPr/>
          <a:lstStyle/>
          <a:p>
            <a:endParaRPr lang="en-IN"/>
          </a:p>
        </p:txBody>
      </p:sp>
      <p:sp>
        <p:nvSpPr>
          <p:cNvPr id="23" name="Text 21"/>
          <p:cNvSpPr/>
          <p:nvPr/>
        </p:nvSpPr>
        <p:spPr>
          <a:xfrm>
            <a:off x="5003675" y="4850110"/>
            <a:ext cx="2628834"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409 Duplicate SKU</a:t>
            </a:r>
            <a:endParaRPr lang="en-US" sz="1200" dirty="0"/>
          </a:p>
        </p:txBody>
      </p:sp>
      <p:sp>
        <p:nvSpPr>
          <p:cNvPr id="24" name="Text 22"/>
          <p:cNvSpPr/>
          <p:nvPr/>
        </p:nvSpPr>
        <p:spPr>
          <a:xfrm>
            <a:off x="4857628" y="2819400"/>
            <a:ext cx="100327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25" name="Text 23"/>
          <p:cNvSpPr/>
          <p:nvPr/>
        </p:nvSpPr>
        <p:spPr>
          <a:xfrm>
            <a:off x="7600760" y="2819400"/>
            <a:ext cx="100327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26" name="Text 24"/>
          <p:cNvSpPr/>
          <p:nvPr/>
        </p:nvSpPr>
        <p:spPr>
          <a:xfrm>
            <a:off x="3968651" y="414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27" name="Text 25"/>
          <p:cNvSpPr/>
          <p:nvPr/>
        </p:nvSpPr>
        <p:spPr>
          <a:xfrm>
            <a:off x="6508587" y="414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28" name="Text 26"/>
          <p:cNvSpPr/>
          <p:nvPr/>
        </p:nvSpPr>
        <p:spPr>
          <a:xfrm>
            <a:off x="584185" y="5816600"/>
            <a:ext cx="116075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Limits: SKU max 50 · price over 0 with 2 decimals · discount 0 to 100 · rating 0 to 5</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BULK CREATE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/api/v1/products/create-multi</a:t>
            </a:r>
            <a:endParaRPr lang="en-US" sz="2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09585" y="2009279"/>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 several products in one request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List of product DTOs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Product rules apply to affected records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422 with field-level errors on affected records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09585" y="6017419"/>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Bulk atomicity is not asserted.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UPDATE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PUT /api/v1/products/update</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97826" cy="3351825"/>
        </p:xfrm>
        <a:graphic>
          <a:graphicData uri="http://schemas.openxmlformats.org/drawingml/2006/table">
            <a:tbl>
              <a:tblPr/>
              <a:tblGrid>
                <a:gridCol w="2374146">
                  <a:extLst>
                    <a:ext uri="{9D8B030D-6E8A-4147-A177-3AD203B41FA5}">
                      <a16:colId xmlns:a16="http://schemas.microsoft.com/office/drawing/2014/main" val="20000"/>
                    </a:ext>
                  </a:extLst>
                </a:gridCol>
                <a:gridCol w="8141092">
                  <a:extLst>
                    <a:ext uri="{9D8B030D-6E8A-4147-A177-3AD203B41FA5}">
                      <a16:colId xmlns:a16="http://schemas.microsoft.com/office/drawing/2014/main" val="20001"/>
                    </a:ext>
                  </a:extLst>
                </a:gridCol>
                <a:gridCol w="482588">
                  <a:extLst>
                    <a:ext uri="{9D8B030D-6E8A-4147-A177-3AD203B41FA5}">
                      <a16:colId xmlns:a16="http://schemas.microsoft.com/office/drawing/2014/main" val="20002"/>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Update one product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Product DTO including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Required id, product constraints, unique SKU</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missing product; 409 duplicate SKU; 422 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BULK UPDATE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PUT /api/v1/products/update-multi</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Update several products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List of product DTOs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Every item must include its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422 with field-level errors on affected records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EXCEL IMPORT</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/api/v1/products/import</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Import products from .xlsx</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Multipart form field file; first worksheet read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All rows validated before persistence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Write rule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Rows with id update; rows without id create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 with created and updated lists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469583"/>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EXCEL IMPORT ROW FLOW</a:t>
            </a:r>
            <a:endParaRPr lang="en-US" sz="1300" dirty="0"/>
          </a:p>
        </p:txBody>
      </p:sp>
      <p:sp>
        <p:nvSpPr>
          <p:cNvPr id="3" name="Text 1"/>
          <p:cNvSpPr/>
          <p:nvPr/>
        </p:nvSpPr>
        <p:spPr>
          <a:xfrm>
            <a:off x="584185" y="793975"/>
            <a:ext cx="11023324"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Every import row is validated before anything is persisted</a:t>
            </a:r>
            <a:endParaRPr lang="en-US" sz="2800" dirty="0"/>
          </a:p>
        </p:txBody>
      </p:sp>
      <p:sp>
        <p:nvSpPr>
          <p:cNvPr id="4" name="Shape 2"/>
          <p:cNvSpPr/>
          <p:nvPr/>
        </p:nvSpPr>
        <p:spPr>
          <a:xfrm>
            <a:off x="1777956" y="3117850"/>
            <a:ext cx="317492" cy="114300"/>
          </a:xfrm>
          <a:prstGeom prst="rightArrow">
            <a:avLst/>
          </a:prstGeom>
          <a:solidFill>
            <a:srgbClr val="5B6B7F"/>
          </a:solidFill>
          <a:ln/>
        </p:spPr>
        <p:txBody>
          <a:bodyPr/>
          <a:lstStyle/>
          <a:p>
            <a:endParaRPr lang="en-IN"/>
          </a:p>
        </p:txBody>
      </p:sp>
      <p:sp>
        <p:nvSpPr>
          <p:cNvPr id="5" name="Shape 3"/>
          <p:cNvSpPr/>
          <p:nvPr/>
        </p:nvSpPr>
        <p:spPr>
          <a:xfrm>
            <a:off x="3746406" y="3117850"/>
            <a:ext cx="317492" cy="114300"/>
          </a:xfrm>
          <a:prstGeom prst="rightArrow">
            <a:avLst/>
          </a:prstGeom>
          <a:solidFill>
            <a:srgbClr val="5B6B7F"/>
          </a:solidFill>
          <a:ln/>
        </p:spPr>
        <p:txBody>
          <a:bodyPr/>
          <a:lstStyle/>
          <a:p>
            <a:endParaRPr lang="en-IN"/>
          </a:p>
        </p:txBody>
      </p:sp>
      <p:sp>
        <p:nvSpPr>
          <p:cNvPr id="6" name="Shape 4"/>
          <p:cNvSpPr/>
          <p:nvPr/>
        </p:nvSpPr>
        <p:spPr>
          <a:xfrm>
            <a:off x="5968851" y="3117850"/>
            <a:ext cx="317492" cy="114300"/>
          </a:xfrm>
          <a:prstGeom prst="rightArrow">
            <a:avLst/>
          </a:prstGeom>
          <a:solidFill>
            <a:srgbClr val="5B6B7F"/>
          </a:solidFill>
          <a:ln/>
        </p:spPr>
        <p:txBody>
          <a:bodyPr/>
          <a:lstStyle/>
          <a:p>
            <a:endParaRPr lang="en-IN"/>
          </a:p>
        </p:txBody>
      </p:sp>
      <p:sp>
        <p:nvSpPr>
          <p:cNvPr id="7" name="Shape 5"/>
          <p:cNvSpPr/>
          <p:nvPr/>
        </p:nvSpPr>
        <p:spPr>
          <a:xfrm rot="17748000">
            <a:off x="7393696" y="2656781"/>
            <a:ext cx="1022324" cy="114300"/>
          </a:xfrm>
          <a:prstGeom prst="rightArrow">
            <a:avLst/>
          </a:prstGeom>
          <a:solidFill>
            <a:srgbClr val="5B6B7F"/>
          </a:solidFill>
          <a:ln/>
        </p:spPr>
        <p:txBody>
          <a:bodyPr/>
          <a:lstStyle/>
          <a:p>
            <a:endParaRPr lang="en-IN"/>
          </a:p>
        </p:txBody>
      </p:sp>
      <p:sp>
        <p:nvSpPr>
          <p:cNvPr id="8" name="Shape 6"/>
          <p:cNvSpPr/>
          <p:nvPr/>
        </p:nvSpPr>
        <p:spPr>
          <a:xfrm rot="3852000">
            <a:off x="7393696" y="3578820"/>
            <a:ext cx="1022324" cy="114300"/>
          </a:xfrm>
          <a:prstGeom prst="rightArrow">
            <a:avLst/>
          </a:prstGeom>
          <a:solidFill>
            <a:srgbClr val="5B6B7F"/>
          </a:solidFill>
          <a:ln/>
        </p:spPr>
        <p:txBody>
          <a:bodyPr/>
          <a:lstStyle/>
          <a:p>
            <a:endParaRPr lang="en-IN"/>
          </a:p>
        </p:txBody>
      </p:sp>
      <p:sp>
        <p:nvSpPr>
          <p:cNvPr id="9" name="Shape 7"/>
          <p:cNvSpPr/>
          <p:nvPr/>
        </p:nvSpPr>
        <p:spPr>
          <a:xfrm rot="3852000">
            <a:off x="9235150" y="2656780"/>
            <a:ext cx="1022324" cy="114300"/>
          </a:xfrm>
          <a:prstGeom prst="rightArrow">
            <a:avLst/>
          </a:prstGeom>
          <a:solidFill>
            <a:srgbClr val="5B6B7F"/>
          </a:solidFill>
          <a:ln/>
        </p:spPr>
        <p:txBody>
          <a:bodyPr/>
          <a:lstStyle/>
          <a:p>
            <a:endParaRPr lang="en-IN"/>
          </a:p>
        </p:txBody>
      </p:sp>
      <p:sp>
        <p:nvSpPr>
          <p:cNvPr id="10" name="Shape 8"/>
          <p:cNvSpPr/>
          <p:nvPr/>
        </p:nvSpPr>
        <p:spPr>
          <a:xfrm rot="17748000">
            <a:off x="9235150" y="3578821"/>
            <a:ext cx="1022324" cy="114300"/>
          </a:xfrm>
          <a:prstGeom prst="rightArrow">
            <a:avLst/>
          </a:prstGeom>
          <a:solidFill>
            <a:srgbClr val="5B6B7F"/>
          </a:solidFill>
          <a:ln/>
        </p:spPr>
        <p:txBody>
          <a:bodyPr/>
          <a:lstStyle/>
          <a:p>
            <a:endParaRPr lang="en-IN"/>
          </a:p>
        </p:txBody>
      </p:sp>
      <p:sp>
        <p:nvSpPr>
          <p:cNvPr id="11" name="Shape 9"/>
          <p:cNvSpPr/>
          <p:nvPr/>
        </p:nvSpPr>
        <p:spPr>
          <a:xfrm rot="5400000">
            <a:off x="10477238" y="4260850"/>
            <a:ext cx="761981" cy="114300"/>
          </a:xfrm>
          <a:prstGeom prst="rightArrow">
            <a:avLst/>
          </a:prstGeom>
          <a:solidFill>
            <a:srgbClr val="5B6B7F"/>
          </a:solidFill>
          <a:ln/>
        </p:spPr>
        <p:txBody>
          <a:bodyPr/>
          <a:lstStyle/>
          <a:p>
            <a:endParaRPr lang="en-IN"/>
          </a:p>
        </p:txBody>
      </p:sp>
      <p:sp>
        <p:nvSpPr>
          <p:cNvPr id="12" name="Shape 10"/>
          <p:cNvSpPr/>
          <p:nvPr/>
        </p:nvSpPr>
        <p:spPr>
          <a:xfrm rot="5400000">
            <a:off x="4762381" y="4260850"/>
            <a:ext cx="507987" cy="114300"/>
          </a:xfrm>
          <a:prstGeom prst="rightArrow">
            <a:avLst/>
          </a:prstGeom>
          <a:solidFill>
            <a:srgbClr val="5B6B7F"/>
          </a:solidFill>
          <a:ln/>
        </p:spPr>
        <p:txBody>
          <a:bodyPr/>
          <a:lstStyle/>
          <a:p>
            <a:endParaRPr lang="en-IN"/>
          </a:p>
        </p:txBody>
      </p:sp>
      <p:sp>
        <p:nvSpPr>
          <p:cNvPr id="13" name="Shape 11"/>
          <p:cNvSpPr/>
          <p:nvPr/>
        </p:nvSpPr>
        <p:spPr>
          <a:xfrm>
            <a:off x="380990" y="2730500"/>
            <a:ext cx="1396965" cy="889000"/>
          </a:xfrm>
          <a:prstGeom prst="roundRect">
            <a:avLst/>
          </a:prstGeom>
          <a:solidFill>
            <a:srgbClr val="E9EEF5"/>
          </a:solidFill>
          <a:ln w="15875">
            <a:solidFill>
              <a:srgbClr val="1F3A5F"/>
            </a:solidFill>
            <a:prstDash val="solid"/>
          </a:ln>
        </p:spPr>
        <p:txBody>
          <a:bodyPr/>
          <a:lstStyle/>
          <a:p>
            <a:endParaRPr lang="en-IN"/>
          </a:p>
        </p:txBody>
      </p:sp>
      <p:sp>
        <p:nvSpPr>
          <p:cNvPr id="14" name="Text 12"/>
          <p:cNvSpPr/>
          <p:nvPr/>
        </p:nvSpPr>
        <p:spPr>
          <a:xfrm>
            <a:off x="114297" y="3072110"/>
            <a:ext cx="1930352"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Upload .xlsx as file</a:t>
            </a:r>
            <a:endParaRPr lang="en-US" sz="1200" dirty="0"/>
          </a:p>
        </p:txBody>
      </p:sp>
      <p:sp>
        <p:nvSpPr>
          <p:cNvPr id="15" name="Shape 13"/>
          <p:cNvSpPr/>
          <p:nvPr/>
        </p:nvSpPr>
        <p:spPr>
          <a:xfrm>
            <a:off x="2095448" y="2730500"/>
            <a:ext cx="1650959" cy="889000"/>
          </a:xfrm>
          <a:prstGeom prst="roundRect">
            <a:avLst/>
          </a:prstGeom>
          <a:solidFill>
            <a:srgbClr val="E9EEF5"/>
          </a:solidFill>
          <a:ln w="15875">
            <a:solidFill>
              <a:srgbClr val="1F3A5F"/>
            </a:solidFill>
            <a:prstDash val="solid"/>
          </a:ln>
        </p:spPr>
        <p:txBody>
          <a:bodyPr/>
          <a:lstStyle/>
          <a:p>
            <a:endParaRPr lang="en-IN"/>
          </a:p>
        </p:txBody>
      </p:sp>
      <p:sp>
        <p:nvSpPr>
          <p:cNvPr id="16" name="Text 14"/>
          <p:cNvSpPr/>
          <p:nvPr/>
        </p:nvSpPr>
        <p:spPr>
          <a:xfrm>
            <a:off x="2133547" y="2969320"/>
            <a:ext cx="1574761"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Read first worksheet, normalize headers</a:t>
            </a:r>
            <a:endParaRPr lang="en-US" sz="1200" dirty="0"/>
          </a:p>
        </p:txBody>
      </p:sp>
      <p:sp>
        <p:nvSpPr>
          <p:cNvPr id="17" name="Shape 15"/>
          <p:cNvSpPr/>
          <p:nvPr/>
        </p:nvSpPr>
        <p:spPr>
          <a:xfrm>
            <a:off x="4063898" y="2286000"/>
            <a:ext cx="1904952" cy="1778000"/>
          </a:xfrm>
          <a:prstGeom prst="diamond">
            <a:avLst/>
          </a:prstGeom>
          <a:solidFill>
            <a:srgbClr val="D6DEE9"/>
          </a:solidFill>
          <a:ln w="15875">
            <a:solidFill>
              <a:srgbClr val="1F3A5F"/>
            </a:solidFill>
            <a:prstDash val="solid"/>
          </a:ln>
        </p:spPr>
        <p:txBody>
          <a:bodyPr/>
          <a:lstStyle/>
          <a:p>
            <a:endParaRPr lang="en-IN"/>
          </a:p>
        </p:txBody>
      </p:sp>
      <p:sp>
        <p:nvSpPr>
          <p:cNvPr id="18" name="Text 16"/>
          <p:cNvSpPr/>
          <p:nvPr/>
        </p:nvSpPr>
        <p:spPr>
          <a:xfrm>
            <a:off x="4330592" y="2866430"/>
            <a:ext cx="1371566" cy="61704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Required columns present and every row valid?</a:t>
            </a:r>
            <a:endParaRPr lang="en-US" sz="1200" dirty="0"/>
          </a:p>
        </p:txBody>
      </p:sp>
      <p:sp>
        <p:nvSpPr>
          <p:cNvPr id="19" name="Shape 17"/>
          <p:cNvSpPr/>
          <p:nvPr/>
        </p:nvSpPr>
        <p:spPr>
          <a:xfrm>
            <a:off x="6286343" y="2349500"/>
            <a:ext cx="1396965" cy="1651000"/>
          </a:xfrm>
          <a:prstGeom prst="diamond">
            <a:avLst/>
          </a:prstGeom>
          <a:solidFill>
            <a:srgbClr val="D6DEE9"/>
          </a:solidFill>
          <a:ln w="15875">
            <a:solidFill>
              <a:srgbClr val="1F3A5F"/>
            </a:solidFill>
            <a:prstDash val="solid"/>
          </a:ln>
        </p:spPr>
        <p:txBody>
          <a:bodyPr/>
          <a:lstStyle/>
          <a:p>
            <a:endParaRPr lang="en-IN"/>
          </a:p>
        </p:txBody>
      </p:sp>
      <p:sp>
        <p:nvSpPr>
          <p:cNvPr id="20" name="Text 18"/>
          <p:cNvSpPr/>
          <p:nvPr/>
        </p:nvSpPr>
        <p:spPr>
          <a:xfrm>
            <a:off x="6248244" y="3072110"/>
            <a:ext cx="1473163"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Row has id?</a:t>
            </a:r>
            <a:endParaRPr lang="en-US" sz="1200" dirty="0"/>
          </a:p>
        </p:txBody>
      </p:sp>
      <p:sp>
        <p:nvSpPr>
          <p:cNvPr id="21" name="Shape 19"/>
          <p:cNvSpPr/>
          <p:nvPr/>
        </p:nvSpPr>
        <p:spPr>
          <a:xfrm>
            <a:off x="8127797" y="1905000"/>
            <a:ext cx="1396965" cy="698500"/>
          </a:xfrm>
          <a:prstGeom prst="roundRect">
            <a:avLst/>
          </a:prstGeom>
          <a:solidFill>
            <a:srgbClr val="E9EEF5"/>
          </a:solidFill>
          <a:ln w="15875">
            <a:solidFill>
              <a:srgbClr val="1F3A5F"/>
            </a:solidFill>
            <a:prstDash val="solid"/>
          </a:ln>
        </p:spPr>
        <p:txBody>
          <a:bodyPr/>
          <a:lstStyle/>
          <a:p>
            <a:endParaRPr lang="en-IN"/>
          </a:p>
        </p:txBody>
      </p:sp>
      <p:sp>
        <p:nvSpPr>
          <p:cNvPr id="22" name="Text 20"/>
          <p:cNvSpPr/>
          <p:nvPr/>
        </p:nvSpPr>
        <p:spPr>
          <a:xfrm>
            <a:off x="7861103" y="2151360"/>
            <a:ext cx="1930352"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Update row</a:t>
            </a:r>
            <a:endParaRPr lang="en-US" sz="1200" dirty="0"/>
          </a:p>
        </p:txBody>
      </p:sp>
      <p:sp>
        <p:nvSpPr>
          <p:cNvPr id="23" name="Shape 21"/>
          <p:cNvSpPr/>
          <p:nvPr/>
        </p:nvSpPr>
        <p:spPr>
          <a:xfrm>
            <a:off x="8127797" y="3746500"/>
            <a:ext cx="1396965" cy="698500"/>
          </a:xfrm>
          <a:prstGeom prst="roundRect">
            <a:avLst/>
          </a:prstGeom>
          <a:solidFill>
            <a:srgbClr val="E9EEF5"/>
          </a:solidFill>
          <a:ln w="15875">
            <a:solidFill>
              <a:srgbClr val="1F3A5F"/>
            </a:solidFill>
            <a:prstDash val="solid"/>
          </a:ln>
        </p:spPr>
        <p:txBody>
          <a:bodyPr/>
          <a:lstStyle/>
          <a:p>
            <a:endParaRPr lang="en-IN"/>
          </a:p>
        </p:txBody>
      </p:sp>
      <p:sp>
        <p:nvSpPr>
          <p:cNvPr id="24" name="Text 22"/>
          <p:cNvSpPr/>
          <p:nvPr/>
        </p:nvSpPr>
        <p:spPr>
          <a:xfrm>
            <a:off x="7861103" y="3992860"/>
            <a:ext cx="1930352"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Create row</a:t>
            </a:r>
            <a:endParaRPr lang="en-US" sz="1200" dirty="0"/>
          </a:p>
        </p:txBody>
      </p:sp>
      <p:sp>
        <p:nvSpPr>
          <p:cNvPr id="25" name="Shape 23"/>
          <p:cNvSpPr/>
          <p:nvPr/>
        </p:nvSpPr>
        <p:spPr>
          <a:xfrm>
            <a:off x="9969251" y="2413000"/>
            <a:ext cx="1777956" cy="1524000"/>
          </a:xfrm>
          <a:prstGeom prst="roundRect">
            <a:avLst/>
          </a:prstGeom>
          <a:solidFill>
            <a:srgbClr val="E9EEF5"/>
          </a:solidFill>
          <a:ln w="15875">
            <a:solidFill>
              <a:srgbClr val="1F3A5F"/>
            </a:solidFill>
            <a:prstDash val="solid"/>
          </a:ln>
        </p:spPr>
        <p:txBody>
          <a:bodyPr/>
          <a:lstStyle/>
          <a:p>
            <a:endParaRPr lang="en-IN"/>
          </a:p>
        </p:txBody>
      </p:sp>
      <p:sp>
        <p:nvSpPr>
          <p:cNvPr id="26" name="Text 24"/>
          <p:cNvSpPr/>
          <p:nvPr/>
        </p:nvSpPr>
        <p:spPr>
          <a:xfrm>
            <a:off x="10007350" y="2969320"/>
            <a:ext cx="1701757"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Written in batches of up to 100</a:t>
            </a:r>
            <a:endParaRPr lang="en-US" sz="1200" dirty="0"/>
          </a:p>
        </p:txBody>
      </p:sp>
      <p:sp>
        <p:nvSpPr>
          <p:cNvPr id="27" name="Shape 25"/>
          <p:cNvSpPr/>
          <p:nvPr/>
        </p:nvSpPr>
        <p:spPr>
          <a:xfrm>
            <a:off x="9969251" y="4699000"/>
            <a:ext cx="1777956" cy="762000"/>
          </a:xfrm>
          <a:prstGeom prst="roundRect">
            <a:avLst/>
          </a:prstGeom>
          <a:solidFill>
            <a:srgbClr val="DCE3ED"/>
          </a:solidFill>
          <a:ln w="15875">
            <a:solidFill>
              <a:srgbClr val="1F3A5F"/>
            </a:solidFill>
            <a:prstDash val="solid"/>
          </a:ln>
        </p:spPr>
        <p:txBody>
          <a:bodyPr/>
          <a:lstStyle/>
          <a:p>
            <a:endParaRPr lang="en-IN"/>
          </a:p>
        </p:txBody>
      </p:sp>
      <p:sp>
        <p:nvSpPr>
          <p:cNvPr id="28" name="Text 26"/>
          <p:cNvSpPr/>
          <p:nvPr/>
        </p:nvSpPr>
        <p:spPr>
          <a:xfrm>
            <a:off x="10007350" y="4874320"/>
            <a:ext cx="1701757"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200 with created and updated lists</a:t>
            </a:r>
            <a:endParaRPr lang="en-US" sz="1200" dirty="0"/>
          </a:p>
        </p:txBody>
      </p:sp>
      <p:sp>
        <p:nvSpPr>
          <p:cNvPr id="29" name="Shape 27"/>
          <p:cNvSpPr/>
          <p:nvPr/>
        </p:nvSpPr>
        <p:spPr>
          <a:xfrm>
            <a:off x="4063898" y="4572000"/>
            <a:ext cx="1904952" cy="762000"/>
          </a:xfrm>
          <a:prstGeom prst="roundRect">
            <a:avLst/>
          </a:prstGeom>
          <a:solidFill>
            <a:srgbClr val="FFFFFF"/>
          </a:solidFill>
          <a:ln w="15875">
            <a:solidFill>
              <a:srgbClr val="8A94A3"/>
            </a:solidFill>
            <a:prstDash val="solid"/>
          </a:ln>
        </p:spPr>
        <p:txBody>
          <a:bodyPr/>
          <a:lstStyle/>
          <a:p>
            <a:endParaRPr lang="en-IN"/>
          </a:p>
        </p:txBody>
      </p:sp>
      <p:sp>
        <p:nvSpPr>
          <p:cNvPr id="30" name="Text 28"/>
          <p:cNvSpPr/>
          <p:nvPr/>
        </p:nvSpPr>
        <p:spPr>
          <a:xfrm>
            <a:off x="4101997" y="4747320"/>
            <a:ext cx="1828754"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Errors returned; validation runs before persistence</a:t>
            </a:r>
            <a:endParaRPr lang="en-US" sz="1200" dirty="0"/>
          </a:p>
        </p:txBody>
      </p:sp>
      <p:sp>
        <p:nvSpPr>
          <p:cNvPr id="31" name="Text 29"/>
          <p:cNvSpPr/>
          <p:nvPr/>
        </p:nvSpPr>
        <p:spPr>
          <a:xfrm>
            <a:off x="6025999" y="2870200"/>
            <a:ext cx="100327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32" name="Text 30"/>
          <p:cNvSpPr/>
          <p:nvPr/>
        </p:nvSpPr>
        <p:spPr>
          <a:xfrm>
            <a:off x="7803955" y="2489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33" name="Text 31"/>
          <p:cNvSpPr/>
          <p:nvPr/>
        </p:nvSpPr>
        <p:spPr>
          <a:xfrm>
            <a:off x="7803955" y="38100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34" name="Text 32"/>
          <p:cNvSpPr/>
          <p:nvPr/>
        </p:nvSpPr>
        <p:spPr>
          <a:xfrm>
            <a:off x="5060823" y="41148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DELETE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/api/v1/products/{id}</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Delete one product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Effect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Also deletes the product's inventory records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if not found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FILTERED DELETE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/api/v1/products/delete-by-filters</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Delete products matching advanced-search filters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Same filter structure as advance-search</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Supported filter fields, operators, and values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 for invalid filters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6" name="Image 0" descr="preencoded.png"/>
          <p:cNvPicPr>
            <a:picLocks noChangeAspect="1"/>
          </p:cNvPicPr>
          <p:nvPr/>
        </p:nvPicPr>
        <p:blipFill>
          <a:blip r:embed="rId3"/>
          <a:stretch>
            <a:fillRect/>
          </a:stretch>
        </p:blipFill>
        <p:spPr>
          <a:xfrm>
            <a:off x="914377" y="5669558"/>
            <a:ext cx="304792" cy="243780"/>
          </a:xfrm>
          <a:prstGeom prst="rect">
            <a:avLst/>
          </a:prstGeom>
        </p:spPr>
      </p:pic>
      <p:sp>
        <p:nvSpPr>
          <p:cNvPr id="7" name="Text 3"/>
          <p:cNvSpPr/>
          <p:nvPr/>
        </p:nvSpPr>
        <p:spPr>
          <a:xfrm>
            <a:off x="1523962" y="5660628"/>
            <a:ext cx="10362941" cy="308570"/>
          </a:xfrm>
          <a:prstGeom prst="rect">
            <a:avLst/>
          </a:prstGeom>
          <a:noFill/>
          <a:ln/>
        </p:spPr>
        <p:txBody>
          <a:bodyPr wrap="none" lIns="0" tIns="0" rIns="0" bIns="0" rtlCol="0" anchor="t"/>
          <a:lstStyle/>
          <a:p>
            <a:pPr marL="0" indent="0" algn="l">
              <a:lnSpc>
                <a:spcPct val="113000"/>
              </a:lnSpc>
              <a:buNone/>
            </a:pPr>
            <a:r>
              <a:rPr lang="en-US" sz="1800" dirty="0">
                <a:solidFill>
                  <a:srgbClr val="000000"/>
                </a:solidFill>
                <a:latin typeface="Source Sans 3" pitchFamily="34" charset="0"/>
                <a:ea typeface="Source Sans 3" pitchFamily="34" charset="-122"/>
                <a:cs typeface="Source Sans 3" pitchFamily="34" charset="0"/>
              </a:rPr>
              <a:t>Destructive operation. Protect before production use.</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PRODUCT · DELETE ALL</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/api/v1/products/delete-all</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09585" y="2263676"/>
          <a:ext cx="10972526" cy="200347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Remove every product and related inventory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None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Image 0" descr="preencoded.png"/>
          <p:cNvPicPr>
            <a:picLocks noChangeAspect="1"/>
          </p:cNvPicPr>
          <p:nvPr/>
        </p:nvPicPr>
        <p:blipFill>
          <a:blip r:embed="rId3"/>
          <a:stretch>
            <a:fillRect/>
          </a:stretch>
        </p:blipFill>
        <p:spPr>
          <a:xfrm>
            <a:off x="914377" y="5567759"/>
            <a:ext cx="304792" cy="243780"/>
          </a:xfrm>
          <a:prstGeom prst="rect">
            <a:avLst/>
          </a:prstGeom>
        </p:spPr>
      </p:pic>
      <p:sp>
        <p:nvSpPr>
          <p:cNvPr id="7" name="Text 3"/>
          <p:cNvSpPr/>
          <p:nvPr/>
        </p:nvSpPr>
        <p:spPr>
          <a:xfrm>
            <a:off x="1523962" y="5558830"/>
            <a:ext cx="10362941" cy="308570"/>
          </a:xfrm>
          <a:prstGeom prst="rect">
            <a:avLst/>
          </a:prstGeom>
          <a:noFill/>
          <a:ln/>
        </p:spPr>
        <p:txBody>
          <a:bodyPr wrap="none" lIns="0" tIns="0" rIns="0" bIns="0" rtlCol="0" anchor="t"/>
          <a:lstStyle/>
          <a:p>
            <a:pPr marL="0" indent="0" algn="l">
              <a:lnSpc>
                <a:spcPct val="113000"/>
              </a:lnSpc>
              <a:buNone/>
            </a:pPr>
            <a:r>
              <a:rPr lang="en-US" sz="1800" dirty="0">
                <a:solidFill>
                  <a:srgbClr val="000000"/>
                </a:solidFill>
                <a:latin typeface="Source Sans 3" pitchFamily="34" charset="0"/>
                <a:ea typeface="Source Sans 3" pitchFamily="34" charset="-122"/>
                <a:cs typeface="Source Sans 3" pitchFamily="34" charset="0"/>
              </a:rPr>
              <a:t>Permanent operation. The README warns that production protection is required.</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393382"/>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DELETE · CASCADE</a:t>
            </a:r>
            <a:endParaRPr lang="en-US" sz="1300" dirty="0"/>
          </a:p>
        </p:txBody>
      </p:sp>
      <p:sp>
        <p:nvSpPr>
          <p:cNvPr id="3" name="Text 1"/>
          <p:cNvSpPr/>
          <p:nvPr/>
        </p:nvSpPr>
        <p:spPr>
          <a:xfrm>
            <a:off x="584185" y="717775"/>
            <a:ext cx="11023324"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Deleting a product or warehouse also removes its inventory</a:t>
            </a:r>
            <a:endParaRPr lang="en-US" sz="2800" dirty="0"/>
          </a:p>
        </p:txBody>
      </p:sp>
      <p:sp>
        <p:nvSpPr>
          <p:cNvPr id="4" name="Shape 2"/>
          <p:cNvSpPr/>
          <p:nvPr/>
        </p:nvSpPr>
        <p:spPr>
          <a:xfrm>
            <a:off x="507987" y="2159000"/>
            <a:ext cx="4825879" cy="914400"/>
          </a:xfrm>
          <a:prstGeom prst="roundRect">
            <a:avLst>
              <a:gd name="adj" fmla="val 6666"/>
            </a:avLst>
          </a:prstGeom>
          <a:solidFill>
            <a:srgbClr val="1F3864"/>
          </a:solidFill>
          <a:ln/>
        </p:spPr>
        <p:txBody>
          <a:bodyPr/>
          <a:lstStyle/>
          <a:p>
            <a:endParaRPr lang="en-IN"/>
          </a:p>
        </p:txBody>
      </p:sp>
      <p:sp>
        <p:nvSpPr>
          <p:cNvPr id="5" name="Text 3"/>
          <p:cNvSpPr/>
          <p:nvPr/>
        </p:nvSpPr>
        <p:spPr>
          <a:xfrm>
            <a:off x="330192" y="2521942"/>
            <a:ext cx="5181470" cy="188516"/>
          </a:xfrm>
          <a:prstGeom prst="rect">
            <a:avLst/>
          </a:prstGeom>
          <a:noFill/>
          <a:ln/>
        </p:spPr>
        <p:txBody>
          <a:bodyPr wrap="none" lIns="0" tIns="0" rIns="0" bIns="0" rtlCol="0" anchor="t"/>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Delete product by ID, delete-by-filters, or delete-all</a:t>
            </a:r>
            <a:endParaRPr lang="en-US" sz="1100" dirty="0"/>
          </a:p>
        </p:txBody>
      </p:sp>
      <p:sp>
        <p:nvSpPr>
          <p:cNvPr id="6" name="Shape 4"/>
          <p:cNvSpPr/>
          <p:nvPr/>
        </p:nvSpPr>
        <p:spPr>
          <a:xfrm>
            <a:off x="5587860" y="2501900"/>
            <a:ext cx="507987" cy="228600"/>
          </a:xfrm>
          <a:prstGeom prst="rightArrow">
            <a:avLst/>
          </a:prstGeom>
          <a:solidFill>
            <a:srgbClr val="5B6B7F"/>
          </a:solidFill>
          <a:ln/>
        </p:spPr>
        <p:txBody>
          <a:bodyPr/>
          <a:lstStyle/>
          <a:p>
            <a:endParaRPr lang="en-IN"/>
          </a:p>
        </p:txBody>
      </p:sp>
      <p:sp>
        <p:nvSpPr>
          <p:cNvPr id="7" name="Shape 5"/>
          <p:cNvSpPr/>
          <p:nvPr/>
        </p:nvSpPr>
        <p:spPr>
          <a:xfrm>
            <a:off x="6349841" y="2159000"/>
            <a:ext cx="5333867" cy="914400"/>
          </a:xfrm>
          <a:prstGeom prst="roundRect">
            <a:avLst>
              <a:gd name="adj" fmla="val 6666"/>
            </a:avLst>
          </a:prstGeom>
          <a:solidFill>
            <a:srgbClr val="D5DCE5"/>
          </a:solidFill>
          <a:ln/>
        </p:spPr>
        <p:txBody>
          <a:bodyPr/>
          <a:lstStyle/>
          <a:p>
            <a:endParaRPr lang="en-IN"/>
          </a:p>
        </p:txBody>
      </p:sp>
      <p:sp>
        <p:nvSpPr>
          <p:cNvPr id="8" name="Text 6"/>
          <p:cNvSpPr/>
          <p:nvPr/>
        </p:nvSpPr>
        <p:spPr>
          <a:xfrm>
            <a:off x="6172046" y="2521942"/>
            <a:ext cx="5689458"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Related inventory records removed</a:t>
            </a:r>
            <a:endParaRPr lang="en-US" sz="1100" dirty="0"/>
          </a:p>
        </p:txBody>
      </p:sp>
      <p:sp>
        <p:nvSpPr>
          <p:cNvPr id="9" name="Shape 7"/>
          <p:cNvSpPr/>
          <p:nvPr/>
        </p:nvSpPr>
        <p:spPr>
          <a:xfrm>
            <a:off x="507987" y="3556000"/>
            <a:ext cx="4825879" cy="914400"/>
          </a:xfrm>
          <a:prstGeom prst="roundRect">
            <a:avLst>
              <a:gd name="adj" fmla="val 6666"/>
            </a:avLst>
          </a:prstGeom>
          <a:solidFill>
            <a:srgbClr val="1F3864"/>
          </a:solidFill>
          <a:ln/>
        </p:spPr>
        <p:txBody>
          <a:bodyPr/>
          <a:lstStyle/>
          <a:p>
            <a:endParaRPr lang="en-IN"/>
          </a:p>
        </p:txBody>
      </p:sp>
      <p:sp>
        <p:nvSpPr>
          <p:cNvPr id="10" name="Text 8"/>
          <p:cNvSpPr/>
          <p:nvPr/>
        </p:nvSpPr>
        <p:spPr>
          <a:xfrm>
            <a:off x="330192" y="3918942"/>
            <a:ext cx="5181470" cy="188516"/>
          </a:xfrm>
          <a:prstGeom prst="rect">
            <a:avLst/>
          </a:prstGeom>
          <a:noFill/>
          <a:ln/>
        </p:spPr>
        <p:txBody>
          <a:bodyPr wrap="none" lIns="0" tIns="0" rIns="0" bIns="0" rtlCol="0" anchor="t"/>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Delete warehouse by ID, delete-by-filters, or delete-all</a:t>
            </a:r>
            <a:endParaRPr lang="en-US" sz="1100" dirty="0"/>
          </a:p>
        </p:txBody>
      </p:sp>
      <p:sp>
        <p:nvSpPr>
          <p:cNvPr id="11" name="Shape 9"/>
          <p:cNvSpPr/>
          <p:nvPr/>
        </p:nvSpPr>
        <p:spPr>
          <a:xfrm>
            <a:off x="5587860" y="3898900"/>
            <a:ext cx="507987" cy="228600"/>
          </a:xfrm>
          <a:prstGeom prst="rightArrow">
            <a:avLst/>
          </a:prstGeom>
          <a:solidFill>
            <a:srgbClr val="5B6B7F"/>
          </a:solidFill>
          <a:ln/>
        </p:spPr>
        <p:txBody>
          <a:bodyPr/>
          <a:lstStyle/>
          <a:p>
            <a:endParaRPr lang="en-IN"/>
          </a:p>
        </p:txBody>
      </p:sp>
      <p:sp>
        <p:nvSpPr>
          <p:cNvPr id="12" name="Shape 10"/>
          <p:cNvSpPr/>
          <p:nvPr/>
        </p:nvSpPr>
        <p:spPr>
          <a:xfrm>
            <a:off x="6349841" y="3556000"/>
            <a:ext cx="5333867" cy="914400"/>
          </a:xfrm>
          <a:prstGeom prst="roundRect">
            <a:avLst>
              <a:gd name="adj" fmla="val 6666"/>
            </a:avLst>
          </a:prstGeom>
          <a:solidFill>
            <a:srgbClr val="D5DCE5"/>
          </a:solidFill>
          <a:ln/>
        </p:spPr>
        <p:txBody>
          <a:bodyPr/>
          <a:lstStyle/>
          <a:p>
            <a:endParaRPr lang="en-IN"/>
          </a:p>
        </p:txBody>
      </p:sp>
      <p:sp>
        <p:nvSpPr>
          <p:cNvPr id="13" name="Text 11"/>
          <p:cNvSpPr/>
          <p:nvPr/>
        </p:nvSpPr>
        <p:spPr>
          <a:xfrm>
            <a:off x="6172046" y="3918942"/>
            <a:ext cx="5689458"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Related inventory records removed</a:t>
            </a:r>
            <a:endParaRPr lang="en-US" sz="1100" dirty="0"/>
          </a:p>
        </p:txBody>
      </p:sp>
      <p:sp>
        <p:nvSpPr>
          <p:cNvPr id="14" name="Shape 12"/>
          <p:cNvSpPr/>
          <p:nvPr/>
        </p:nvSpPr>
        <p:spPr>
          <a:xfrm>
            <a:off x="507987" y="4953000"/>
            <a:ext cx="4825879" cy="914400"/>
          </a:xfrm>
          <a:prstGeom prst="roundRect">
            <a:avLst>
              <a:gd name="adj" fmla="val 6666"/>
            </a:avLst>
          </a:prstGeom>
          <a:solidFill>
            <a:srgbClr val="1F3864"/>
          </a:solidFill>
          <a:ln/>
        </p:spPr>
        <p:txBody>
          <a:bodyPr/>
          <a:lstStyle/>
          <a:p>
            <a:endParaRPr lang="en-IN"/>
          </a:p>
        </p:txBody>
      </p:sp>
      <p:sp>
        <p:nvSpPr>
          <p:cNvPr id="15" name="Text 13"/>
          <p:cNvSpPr/>
          <p:nvPr/>
        </p:nvSpPr>
        <p:spPr>
          <a:xfrm>
            <a:off x="330192" y="5315942"/>
            <a:ext cx="5181470" cy="188516"/>
          </a:xfrm>
          <a:prstGeom prst="rect">
            <a:avLst/>
          </a:prstGeom>
          <a:noFill/>
          <a:ln/>
        </p:spPr>
        <p:txBody>
          <a:bodyPr wrap="none" lIns="0" tIns="0" rIns="0" bIns="0" rtlCol="0" anchor="t"/>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DELETE inventory by inventoryId</a:t>
            </a:r>
            <a:endParaRPr lang="en-US" sz="1100" dirty="0"/>
          </a:p>
        </p:txBody>
      </p:sp>
      <p:sp>
        <p:nvSpPr>
          <p:cNvPr id="16" name="Shape 14"/>
          <p:cNvSpPr/>
          <p:nvPr/>
        </p:nvSpPr>
        <p:spPr>
          <a:xfrm>
            <a:off x="5587860" y="5295900"/>
            <a:ext cx="507987" cy="228600"/>
          </a:xfrm>
          <a:prstGeom prst="rightArrow">
            <a:avLst/>
          </a:prstGeom>
          <a:solidFill>
            <a:srgbClr val="5B6B7F"/>
          </a:solidFill>
          <a:ln/>
        </p:spPr>
        <p:txBody>
          <a:bodyPr/>
          <a:lstStyle/>
          <a:p>
            <a:endParaRPr lang="en-IN"/>
          </a:p>
        </p:txBody>
      </p:sp>
      <p:sp>
        <p:nvSpPr>
          <p:cNvPr id="17" name="Shape 15"/>
          <p:cNvSpPr/>
          <p:nvPr/>
        </p:nvSpPr>
        <p:spPr>
          <a:xfrm>
            <a:off x="6349841" y="4953000"/>
            <a:ext cx="5333867" cy="914400"/>
          </a:xfrm>
          <a:prstGeom prst="roundRect">
            <a:avLst>
              <a:gd name="adj" fmla="val 6666"/>
            </a:avLst>
          </a:prstGeom>
          <a:solidFill>
            <a:srgbClr val="D5DCE5"/>
          </a:solidFill>
          <a:ln/>
        </p:spPr>
        <p:txBody>
          <a:bodyPr/>
          <a:lstStyle/>
          <a:p>
            <a:endParaRPr lang="en-IN"/>
          </a:p>
        </p:txBody>
      </p:sp>
      <p:sp>
        <p:nvSpPr>
          <p:cNvPr id="18" name="Text 16"/>
          <p:cNvSpPr/>
          <p:nvPr/>
        </p:nvSpPr>
        <p:spPr>
          <a:xfrm>
            <a:off x="6172046" y="5315942"/>
            <a:ext cx="5689458"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Only that record removed; 204 No Content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Warehouse fields and validation rules</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09585" y="1320105"/>
          <a:ext cx="10972526" cy="4026000"/>
        </p:xfrm>
        <a:graphic>
          <a:graphicData uri="http://schemas.openxmlformats.org/drawingml/2006/table">
            <a:tbl>
              <a:tblPr/>
              <a:tblGrid>
                <a:gridCol w="3840364">
                  <a:extLst>
                    <a:ext uri="{9D8B030D-6E8A-4147-A177-3AD203B41FA5}">
                      <a16:colId xmlns:a16="http://schemas.microsoft.com/office/drawing/2014/main" val="20000"/>
                    </a:ext>
                  </a:extLst>
                </a:gridCol>
                <a:gridCol w="7132162">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Field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Rule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code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Unique; maximum 50 characters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name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150 characters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address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250 characters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74175">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city / state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100 characters each</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4"/>
                  </a:ext>
                </a:extLst>
              </a:tr>
              <a:tr h="655125">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postalCode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Maximum 20 characters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609585" y="5619254"/>
            <a:ext cx="115821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All listed fields are required; id is required on update. active controls whether stock can be created or adjusted.</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BROWSE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/api/v1/warehouses</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Browse warehouses with pagination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page and size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Zero-based page; size from 1 to 100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 with paged data</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 for invalid pagination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SEARCH</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/api/v1/warehouses/search</a:t>
            </a:r>
            <a:endParaRPr lang="en-US" sz="2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Search by query parameters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query, code, name, address, city, state, postalCode, active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Lists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codes, names, cities, states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Sorting</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page, size, sortBy, sortDirection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STRUCTURED SEARCH</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/api/v1/warehouses/advance-search</a:t>
            </a:r>
            <a:endParaRPr lang="en-US" sz="2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97826" cy="3351825"/>
        </p:xfrm>
        <a:graphic>
          <a:graphicData uri="http://schemas.openxmlformats.org/drawingml/2006/table">
            <a:tbl>
              <a:tblPr/>
              <a:tblGrid>
                <a:gridCol w="2373948">
                  <a:extLst>
                    <a:ext uri="{9D8B030D-6E8A-4147-A177-3AD203B41FA5}">
                      <a16:colId xmlns:a16="http://schemas.microsoft.com/office/drawing/2014/main" val="20000"/>
                    </a:ext>
                  </a:extLst>
                </a:gridCol>
                <a:gridCol w="8141290">
                  <a:extLst>
                    <a:ext uri="{9D8B030D-6E8A-4147-A177-3AD203B41FA5}">
                      <a16:colId xmlns:a16="http://schemas.microsoft.com/office/drawing/2014/main" val="20001"/>
                    </a:ext>
                  </a:extLst>
                </a:gridCol>
                <a:gridCol w="482588">
                  <a:extLst>
                    <a:ext uri="{9D8B030D-6E8A-4147-A177-3AD203B41FA5}">
                      <a16:colId xmlns:a16="http://schemas.microsoft.com/office/drawing/2014/main" val="20002"/>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Search with a JSON body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Same body shape as products: filters, paging, and sorting</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Filters combine with AND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Fields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id, code, name, address, city, state, postalCode, active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RETRIEVE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/api/v1/warehouses/{id}</a:t>
            </a:r>
            <a:endParaRPr lang="en-US" sz="2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09585" y="246191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Fetch one warehouse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when not found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CREATE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/api/v1/warehouses/create</a:t>
            </a:r>
            <a:endParaRPr lang="en-US" sz="2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 one warehouse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code, name, address, city, state, postalCode, active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Warehouse field constraints and unique code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409 duplicate code; 422 failed 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BULK CREATE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/api/v1/warehouses/create-multi</a:t>
            </a:r>
            <a:endParaRPr lang="en-US" sz="2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09585" y="2009279"/>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 several warehouses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List of warehouse DTOs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Warehouse rules apply to each item</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422 with field-level 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09585" y="6017419"/>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Bulk atomicity is not asserted.</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UPDATE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PUT /api/v1/warehouses/update</a:t>
            </a:r>
            <a:endParaRPr lang="en-US" sz="2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763274"/>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Update one warehouse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Warehouse DTO including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1085624">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Field constraints and unique code; active status governs later stock creation and adjustment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404, 409, 422</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BULK UPDATE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PUT /api/v1/warehouses/update-multi</a:t>
            </a:r>
            <a:endParaRPr lang="en-US" sz="2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09585" y="2124770"/>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Update several warehouses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List of warehouse DTOs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Every item includes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422 with field-level 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EXCEL IMPORT</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/api/v1/warehouses/import</a:t>
            </a:r>
            <a:endParaRPr lang="en-US" sz="2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763274"/>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Import warehouses from .xlsx</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1085624">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Required columns: code, name, address, city, state, postalCode. Optional: id, active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Rows validated before persistence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Write rule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Rows with id update; others create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DELETE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/api/v1/warehouses/{id}</a:t>
            </a:r>
            <a:endParaRPr lang="en-US" sz="2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609585" y="246191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Delete one warehouse and its inventory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if not found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FILTERED DELETE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/api/v1/warehouses/delete-by-filters</a:t>
            </a:r>
            <a:endParaRPr lang="en-US" sz="2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Delete warehouses matching an advanced-search request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Advanced-search filter structure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Effect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Related inventory is removed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 for invalid filters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6" name="Image 0" descr="preencoded.png"/>
          <p:cNvPicPr>
            <a:picLocks noChangeAspect="1"/>
          </p:cNvPicPr>
          <p:nvPr/>
        </p:nvPicPr>
        <p:blipFill>
          <a:blip r:embed="rId3"/>
          <a:stretch>
            <a:fillRect/>
          </a:stretch>
        </p:blipFill>
        <p:spPr>
          <a:xfrm>
            <a:off x="914377" y="5669558"/>
            <a:ext cx="304792" cy="243780"/>
          </a:xfrm>
          <a:prstGeom prst="rect">
            <a:avLst/>
          </a:prstGeom>
        </p:spPr>
      </p:pic>
      <p:sp>
        <p:nvSpPr>
          <p:cNvPr id="7" name="Text 3"/>
          <p:cNvSpPr/>
          <p:nvPr/>
        </p:nvSpPr>
        <p:spPr>
          <a:xfrm>
            <a:off x="1523962" y="5660628"/>
            <a:ext cx="10362941" cy="308570"/>
          </a:xfrm>
          <a:prstGeom prst="rect">
            <a:avLst/>
          </a:prstGeom>
          <a:noFill/>
          <a:ln/>
        </p:spPr>
        <p:txBody>
          <a:bodyPr wrap="none" lIns="0" tIns="0" rIns="0" bIns="0" rtlCol="0" anchor="t"/>
          <a:lstStyle/>
          <a:p>
            <a:pPr marL="0" indent="0" algn="l">
              <a:lnSpc>
                <a:spcPct val="113000"/>
              </a:lnSpc>
              <a:buNone/>
            </a:pPr>
            <a:r>
              <a:rPr lang="en-US" sz="1800" dirty="0">
                <a:solidFill>
                  <a:srgbClr val="000000"/>
                </a:solidFill>
                <a:latin typeface="Source Sans 3" pitchFamily="34" charset="0"/>
                <a:ea typeface="Source Sans 3" pitchFamily="34" charset="-122"/>
                <a:cs typeface="Source Sans 3" pitchFamily="34" charset="0"/>
              </a:rPr>
              <a:t>Destructive operation.</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WAREHOUSE · DELETE ALL</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/api/v1/warehouses/delete-all</a:t>
            </a:r>
            <a:endParaRPr lang="en-US" sz="2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09585" y="2263676"/>
          <a:ext cx="10972526" cy="200347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Remove every warehouse and related inventory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None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Image 0" descr="preencoded.png"/>
          <p:cNvPicPr>
            <a:picLocks noChangeAspect="1"/>
          </p:cNvPicPr>
          <p:nvPr/>
        </p:nvPicPr>
        <p:blipFill>
          <a:blip r:embed="rId3"/>
          <a:stretch>
            <a:fillRect/>
          </a:stretch>
        </p:blipFill>
        <p:spPr>
          <a:xfrm>
            <a:off x="914377" y="5567759"/>
            <a:ext cx="304792" cy="243780"/>
          </a:xfrm>
          <a:prstGeom prst="rect">
            <a:avLst/>
          </a:prstGeom>
        </p:spPr>
      </p:pic>
      <p:sp>
        <p:nvSpPr>
          <p:cNvPr id="7" name="Text 3"/>
          <p:cNvSpPr/>
          <p:nvPr/>
        </p:nvSpPr>
        <p:spPr>
          <a:xfrm>
            <a:off x="1523962" y="5558830"/>
            <a:ext cx="10362941" cy="308570"/>
          </a:xfrm>
          <a:prstGeom prst="rect">
            <a:avLst/>
          </a:prstGeom>
          <a:noFill/>
          <a:ln/>
        </p:spPr>
        <p:txBody>
          <a:bodyPr wrap="none" lIns="0" tIns="0" rIns="0" bIns="0" rtlCol="0" anchor="t"/>
          <a:lstStyle/>
          <a:p>
            <a:pPr marL="0" indent="0" algn="l">
              <a:lnSpc>
                <a:spcPct val="113000"/>
              </a:lnSpc>
              <a:buNone/>
            </a:pPr>
            <a:r>
              <a:rPr lang="en-US" sz="1800" dirty="0">
                <a:solidFill>
                  <a:srgbClr val="000000"/>
                </a:solidFill>
                <a:latin typeface="Source Sans 3" pitchFamily="34" charset="0"/>
                <a:ea typeface="Source Sans 3" pitchFamily="34" charset="-122"/>
                <a:cs typeface="Source Sans 3" pitchFamily="34" charset="0"/>
              </a:rPr>
              <a:t>Permanent operation. Protect before production use.</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Product vs Warehouse: shared patterns, different rules</a:t>
            </a:r>
            <a:endParaRPr lang="en-US" sz="2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09585" y="1320105"/>
          <a:ext cx="10972526" cy="3748786"/>
        </p:xfrm>
        <a:graphic>
          <a:graphicData uri="http://schemas.openxmlformats.org/drawingml/2006/table">
            <a:tbl>
              <a:tblPr/>
              <a:tblGrid>
                <a:gridCol w="2852765">
                  <a:extLst>
                    <a:ext uri="{9D8B030D-6E8A-4147-A177-3AD203B41FA5}">
                      <a16:colId xmlns:a16="http://schemas.microsoft.com/office/drawing/2014/main" val="20000"/>
                    </a:ext>
                  </a:extLst>
                </a:gridCol>
                <a:gridCol w="4059831">
                  <a:extLst>
                    <a:ext uri="{9D8B030D-6E8A-4147-A177-3AD203B41FA5}">
                      <a16:colId xmlns:a16="http://schemas.microsoft.com/office/drawing/2014/main" val="20001"/>
                    </a:ext>
                  </a:extLst>
                </a:gridCol>
                <a:gridCol w="4059930">
                  <a:extLst>
                    <a:ext uri="{9D8B030D-6E8A-4147-A177-3AD203B41FA5}">
                      <a16:colId xmlns:a16="http://schemas.microsoft.com/office/drawing/2014/main" val="20002"/>
                    </a:ext>
                  </a:extLst>
                </a:gridCol>
              </a:tblGrid>
              <a:tr h="506697">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Criterion</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Product</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Warehouse</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5066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Unique key</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SKU</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code</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91814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Domain rules</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Catalog and numeric constraints</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Location fields and active status</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91814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Search / import</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Product-specific fields and columns</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Warehouse-specific fields and columns</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899098">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Shared contract</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gridSpan="2">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Route shape, envelope, pagination, AND filters, bulk, Excel import, status codes</a:t>
                      </a:r>
                      <a:endParaRPr lang="en-US" sz="2400" dirty="0">
                        <a:latin typeface="Source Sans 3" charset="0"/>
                        <a:ea typeface="Source Sans 3" charset="0"/>
                        <a:cs typeface="Source Sans 3" charset="0"/>
                      </a:endParaRPr>
                    </a:p>
                  </a:txBody>
                  <a:tcPr marL="126997" marR="126997" marT="38099" marB="380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bl>
          </a:graphicData>
        </a:graphic>
      </p:graphicFrame>
      <p:sp>
        <p:nvSpPr>
          <p:cNvPr id="4" name="Text 1"/>
          <p:cNvSpPr/>
          <p:nvPr/>
        </p:nvSpPr>
        <p:spPr>
          <a:xfrm>
            <a:off x="609585" y="5342037"/>
            <a:ext cx="115821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Predictable client behavior, with domain-specific DTOs and rules.</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7111822" cy="6858000"/>
          </a:xfrm>
          <a:prstGeom prst="roundRect">
            <a:avLst>
              <a:gd name="adj" fmla="val 667"/>
            </a:avLst>
          </a:prstGeom>
          <a:solidFill>
            <a:srgbClr val="1F2A44">
              <a:alpha val="82000"/>
            </a:srgbClr>
          </a:solidFill>
          <a:ln/>
        </p:spPr>
        <p:txBody>
          <a:bodyPr/>
          <a:lstStyle/>
          <a:p>
            <a:endParaRPr lang="en-IN"/>
          </a:p>
        </p:txBody>
      </p:sp>
      <p:sp>
        <p:nvSpPr>
          <p:cNvPr id="4" name="Shape 1"/>
          <p:cNvSpPr/>
          <p:nvPr/>
        </p:nvSpPr>
        <p:spPr>
          <a:xfrm>
            <a:off x="0" y="0"/>
            <a:ext cx="7111822" cy="6858000"/>
          </a:xfrm>
          <a:prstGeom prst="roundRect">
            <a:avLst>
              <a:gd name="adj" fmla="val 667"/>
            </a:avLst>
          </a:prstGeom>
          <a:solidFill>
            <a:srgbClr val="1F2A44">
              <a:alpha val="82000"/>
            </a:srgbClr>
          </a:solidFill>
          <a:ln/>
        </p:spPr>
        <p:txBody>
          <a:bodyPr/>
          <a:lstStyle/>
          <a:p>
            <a:endParaRPr lang="en-IN"/>
          </a:p>
        </p:txBody>
      </p:sp>
      <p:sp>
        <p:nvSpPr>
          <p:cNvPr id="5" name="Text 2"/>
          <p:cNvSpPr/>
          <p:nvPr/>
        </p:nvSpPr>
        <p:spPr>
          <a:xfrm>
            <a:off x="711182" y="2457529"/>
            <a:ext cx="6578435"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FFFF"/>
                </a:solidFill>
                <a:latin typeface="Lexend Medium" pitchFamily="34" charset="0"/>
                <a:ea typeface="Lexend Medium" pitchFamily="34" charset="-122"/>
                <a:cs typeface="Lexend Medium" pitchFamily="34" charset="0"/>
              </a:rPr>
              <a:t>STOCK BY LOCATION</a:t>
            </a:r>
            <a:endParaRPr lang="en-US" sz="1300" dirty="0"/>
          </a:p>
        </p:txBody>
      </p:sp>
      <p:sp>
        <p:nvSpPr>
          <p:cNvPr id="6" name="Text 3"/>
          <p:cNvSpPr/>
          <p:nvPr/>
        </p:nvSpPr>
        <p:spPr>
          <a:xfrm>
            <a:off x="711182" y="2804541"/>
            <a:ext cx="5968851" cy="521196"/>
          </a:xfrm>
          <a:prstGeom prst="rect">
            <a:avLst/>
          </a:prstGeom>
          <a:noFill/>
          <a:ln/>
        </p:spPr>
        <p:txBody>
          <a:bodyPr wrap="none" lIns="0" tIns="0" rIns="0" bIns="0" rtlCol="0" anchor="t"/>
          <a:lstStyle/>
          <a:p>
            <a:pPr marL="0" indent="0" algn="l">
              <a:lnSpc>
                <a:spcPct val="90000"/>
              </a:lnSpc>
              <a:buNone/>
            </a:pPr>
            <a:r>
              <a:rPr lang="en-US" sz="3800" kern="100" spc="-38" dirty="0">
                <a:solidFill>
                  <a:srgbClr val="FFFFFF"/>
                </a:solidFill>
                <a:latin typeface="Merriweather" pitchFamily="34" charset="0"/>
                <a:ea typeface="Merriweather" pitchFamily="34" charset="-122"/>
                <a:cs typeface="Merriweather" pitchFamily="34" charset="0"/>
              </a:rPr>
              <a:t>Inventory API</a:t>
            </a:r>
            <a:endParaRPr lang="en-US" sz="3800" dirty="0"/>
          </a:p>
        </p:txBody>
      </p:sp>
      <p:sp>
        <p:nvSpPr>
          <p:cNvPr id="7" name="Text 4"/>
          <p:cNvSpPr/>
          <p:nvPr/>
        </p:nvSpPr>
        <p:spPr>
          <a:xfrm>
            <a:off x="711182" y="3589834"/>
            <a:ext cx="5968851" cy="822920"/>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FFFFFF"/>
                </a:solidFill>
                <a:latin typeface="Source Sans 3" pitchFamily="34" charset="0"/>
                <a:ea typeface="Source Sans 3" pitchFamily="34" charset="-122"/>
                <a:cs typeface="Source Sans 3" pitchFamily="34" charset="0"/>
              </a:rPr>
              <a:t>Relationships, quantities, and guarded changes.</a:t>
            </a:r>
            <a:endParaRPr lang="en-US" sz="2400" dirty="0"/>
          </a:p>
        </p:txBody>
      </p:sp>
      <p:pic>
        <p:nvPicPr>
          <p:cNvPr id="9" name="Picture 8">
            <a:extLst>
              <a:ext uri="{FF2B5EF4-FFF2-40B4-BE49-F238E27FC236}">
                <a16:creationId xmlns:a16="http://schemas.microsoft.com/office/drawing/2014/main" id="{615CF9BF-8B9D-078D-EFA9-A1A15218F77F}"/>
              </a:ext>
            </a:extLst>
          </p:cNvPr>
          <p:cNvPicPr>
            <a:picLocks noChangeAspect="1"/>
          </p:cNvPicPr>
          <p:nvPr/>
        </p:nvPicPr>
        <p:blipFill>
          <a:blip r:embed="rId4"/>
          <a:stretch>
            <a:fillRect/>
          </a:stretch>
        </p:blipFill>
        <p:spPr>
          <a:xfrm>
            <a:off x="9790926" y="6107968"/>
            <a:ext cx="2133710" cy="50802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CREATE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/api/v1/inventory/create</a:t>
            </a:r>
            <a:endParaRPr lang="en-US" sz="2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09585" y="1654671"/>
          <a:ext cx="10972526" cy="376327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 stock for a product in a warehouse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productId, warehouseId, quantity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Non-blank IDs; quantity 0 or more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10665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unknown product or warehouse; 409 inactive warehouse or duplicate relationship</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393382"/>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CREATE FLOW</a:t>
            </a:r>
            <a:endParaRPr lang="en-US" sz="1300" dirty="0"/>
          </a:p>
        </p:txBody>
      </p:sp>
      <p:sp>
        <p:nvSpPr>
          <p:cNvPr id="3" name="Text 1"/>
          <p:cNvSpPr/>
          <p:nvPr/>
        </p:nvSpPr>
        <p:spPr>
          <a:xfrm>
            <a:off x="584185" y="717775"/>
            <a:ext cx="11023324"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Creation checks run in order before the 201 is returned</a:t>
            </a:r>
            <a:endParaRPr lang="en-US" sz="2800" dirty="0"/>
          </a:p>
        </p:txBody>
      </p:sp>
      <p:sp>
        <p:nvSpPr>
          <p:cNvPr id="4" name="Shape 2"/>
          <p:cNvSpPr/>
          <p:nvPr/>
        </p:nvSpPr>
        <p:spPr>
          <a:xfrm>
            <a:off x="507987" y="2641600"/>
            <a:ext cx="1574761" cy="1066800"/>
          </a:xfrm>
          <a:prstGeom prst="roundRect">
            <a:avLst>
              <a:gd name="adj" fmla="val 5714"/>
            </a:avLst>
          </a:prstGeom>
          <a:solidFill>
            <a:srgbClr val="1F3864"/>
          </a:solidFill>
          <a:ln/>
        </p:spPr>
        <p:txBody>
          <a:bodyPr/>
          <a:lstStyle/>
          <a:p>
            <a:endParaRPr lang="en-IN"/>
          </a:p>
        </p:txBody>
      </p:sp>
      <p:sp>
        <p:nvSpPr>
          <p:cNvPr id="5" name="Text 3"/>
          <p:cNvSpPr/>
          <p:nvPr/>
        </p:nvSpPr>
        <p:spPr>
          <a:xfrm>
            <a:off x="609585" y="2986484"/>
            <a:ext cx="1371566"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Request: productId, warehouseId, quantity</a:t>
            </a:r>
            <a:endParaRPr lang="en-US" sz="1100" dirty="0"/>
          </a:p>
        </p:txBody>
      </p:sp>
      <p:sp>
        <p:nvSpPr>
          <p:cNvPr id="6" name="Shape 4"/>
          <p:cNvSpPr/>
          <p:nvPr/>
        </p:nvSpPr>
        <p:spPr>
          <a:xfrm>
            <a:off x="2146246" y="3098800"/>
            <a:ext cx="228594" cy="152400"/>
          </a:xfrm>
          <a:prstGeom prst="rightArrow">
            <a:avLst/>
          </a:prstGeom>
          <a:solidFill>
            <a:srgbClr val="5B6B7F"/>
          </a:solidFill>
          <a:ln/>
        </p:spPr>
        <p:txBody>
          <a:bodyPr/>
          <a:lstStyle/>
          <a:p>
            <a:endParaRPr lang="en-IN"/>
          </a:p>
        </p:txBody>
      </p:sp>
      <p:sp>
        <p:nvSpPr>
          <p:cNvPr id="7" name="Shape 5"/>
          <p:cNvSpPr/>
          <p:nvPr/>
        </p:nvSpPr>
        <p:spPr>
          <a:xfrm>
            <a:off x="2428120"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8" name="Text 6"/>
          <p:cNvSpPr/>
          <p:nvPr/>
        </p:nvSpPr>
        <p:spPr>
          <a:xfrm>
            <a:off x="2663758" y="2892227"/>
            <a:ext cx="1098523" cy="565547"/>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IDs non-blank and quantity 0 or more?</a:t>
            </a:r>
            <a:endParaRPr lang="en-US" sz="1100" dirty="0"/>
          </a:p>
        </p:txBody>
      </p:sp>
      <p:sp>
        <p:nvSpPr>
          <p:cNvPr id="9" name="Shape 7"/>
          <p:cNvSpPr/>
          <p:nvPr/>
        </p:nvSpPr>
        <p:spPr>
          <a:xfrm rot="5400000">
            <a:off x="3086022" y="4140200"/>
            <a:ext cx="253994" cy="152400"/>
          </a:xfrm>
          <a:prstGeom prst="rightArrow">
            <a:avLst/>
          </a:prstGeom>
          <a:solidFill>
            <a:srgbClr val="5B6B7F"/>
          </a:solidFill>
          <a:ln/>
        </p:spPr>
        <p:txBody>
          <a:bodyPr/>
          <a:lstStyle/>
          <a:p>
            <a:endParaRPr lang="en-IN"/>
          </a:p>
        </p:txBody>
      </p:sp>
      <p:sp>
        <p:nvSpPr>
          <p:cNvPr id="10" name="Shape 8"/>
          <p:cNvSpPr/>
          <p:nvPr/>
        </p:nvSpPr>
        <p:spPr>
          <a:xfrm>
            <a:off x="2425639" y="4470400"/>
            <a:ext cx="1574761" cy="711200"/>
          </a:xfrm>
          <a:prstGeom prst="roundRect">
            <a:avLst>
              <a:gd name="adj" fmla="val 8571"/>
            </a:avLst>
          </a:prstGeom>
          <a:solidFill>
            <a:srgbClr val="D5DCE5"/>
          </a:solidFill>
          <a:ln/>
        </p:spPr>
        <p:txBody>
          <a:bodyPr/>
          <a:lstStyle/>
          <a:p>
            <a:endParaRPr lang="en-IN"/>
          </a:p>
        </p:txBody>
      </p:sp>
      <p:sp>
        <p:nvSpPr>
          <p:cNvPr id="11" name="Text 9"/>
          <p:cNvSpPr/>
          <p:nvPr/>
        </p:nvSpPr>
        <p:spPr>
          <a:xfrm>
            <a:off x="2197045"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400 Bad request</a:t>
            </a:r>
            <a:endParaRPr lang="en-US" sz="1100" dirty="0"/>
          </a:p>
        </p:txBody>
      </p:sp>
      <p:sp>
        <p:nvSpPr>
          <p:cNvPr id="12" name="Text 10"/>
          <p:cNvSpPr/>
          <p:nvPr/>
        </p:nvSpPr>
        <p:spPr>
          <a:xfrm>
            <a:off x="3349541"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No</a:t>
            </a:r>
            <a:endParaRPr lang="en-US" sz="1100" dirty="0"/>
          </a:p>
        </p:txBody>
      </p:sp>
      <p:sp>
        <p:nvSpPr>
          <p:cNvPr id="13" name="Shape 11"/>
          <p:cNvSpPr/>
          <p:nvPr/>
        </p:nvSpPr>
        <p:spPr>
          <a:xfrm>
            <a:off x="4063898" y="3098800"/>
            <a:ext cx="228594" cy="152400"/>
          </a:xfrm>
          <a:prstGeom prst="rightArrow">
            <a:avLst/>
          </a:prstGeom>
          <a:solidFill>
            <a:srgbClr val="5B6B7F"/>
          </a:solidFill>
          <a:ln/>
        </p:spPr>
        <p:txBody>
          <a:bodyPr/>
          <a:lstStyle/>
          <a:p>
            <a:endParaRPr lang="en-IN"/>
          </a:p>
        </p:txBody>
      </p:sp>
      <p:sp>
        <p:nvSpPr>
          <p:cNvPr id="14" name="Shape 12"/>
          <p:cNvSpPr/>
          <p:nvPr/>
        </p:nvSpPr>
        <p:spPr>
          <a:xfrm>
            <a:off x="4348351"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15" name="Text 13"/>
          <p:cNvSpPr/>
          <p:nvPr/>
        </p:nvSpPr>
        <p:spPr>
          <a:xfrm>
            <a:off x="4581410" y="2986484"/>
            <a:ext cx="1098523"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Product and warehouse exist?</a:t>
            </a:r>
            <a:endParaRPr lang="en-US" sz="1100" dirty="0"/>
          </a:p>
        </p:txBody>
      </p:sp>
      <p:sp>
        <p:nvSpPr>
          <p:cNvPr id="16" name="Shape 14"/>
          <p:cNvSpPr/>
          <p:nvPr/>
        </p:nvSpPr>
        <p:spPr>
          <a:xfrm rot="5400000">
            <a:off x="5003675" y="4140200"/>
            <a:ext cx="253994" cy="152400"/>
          </a:xfrm>
          <a:prstGeom prst="rightArrow">
            <a:avLst/>
          </a:prstGeom>
          <a:solidFill>
            <a:srgbClr val="5B6B7F"/>
          </a:solidFill>
          <a:ln/>
        </p:spPr>
        <p:txBody>
          <a:bodyPr/>
          <a:lstStyle/>
          <a:p>
            <a:endParaRPr lang="en-IN"/>
          </a:p>
        </p:txBody>
      </p:sp>
      <p:sp>
        <p:nvSpPr>
          <p:cNvPr id="17" name="Shape 15"/>
          <p:cNvSpPr/>
          <p:nvPr/>
        </p:nvSpPr>
        <p:spPr>
          <a:xfrm>
            <a:off x="4343291" y="4470400"/>
            <a:ext cx="1574761" cy="711200"/>
          </a:xfrm>
          <a:prstGeom prst="roundRect">
            <a:avLst>
              <a:gd name="adj" fmla="val 8571"/>
            </a:avLst>
          </a:prstGeom>
          <a:solidFill>
            <a:srgbClr val="D5DCE5"/>
          </a:solidFill>
          <a:ln/>
        </p:spPr>
        <p:txBody>
          <a:bodyPr/>
          <a:lstStyle/>
          <a:p>
            <a:endParaRPr lang="en-IN"/>
          </a:p>
        </p:txBody>
      </p:sp>
      <p:sp>
        <p:nvSpPr>
          <p:cNvPr id="18" name="Text 16"/>
          <p:cNvSpPr/>
          <p:nvPr/>
        </p:nvSpPr>
        <p:spPr>
          <a:xfrm>
            <a:off x="4114697"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404 Not found</a:t>
            </a:r>
            <a:endParaRPr lang="en-US" sz="1100" dirty="0"/>
          </a:p>
        </p:txBody>
      </p:sp>
      <p:sp>
        <p:nvSpPr>
          <p:cNvPr id="19" name="Text 17"/>
          <p:cNvSpPr/>
          <p:nvPr/>
        </p:nvSpPr>
        <p:spPr>
          <a:xfrm>
            <a:off x="5267193"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No</a:t>
            </a:r>
            <a:endParaRPr lang="en-US" sz="1100" dirty="0"/>
          </a:p>
        </p:txBody>
      </p:sp>
      <p:sp>
        <p:nvSpPr>
          <p:cNvPr id="20" name="Shape 18"/>
          <p:cNvSpPr/>
          <p:nvPr/>
        </p:nvSpPr>
        <p:spPr>
          <a:xfrm>
            <a:off x="5981550" y="3098800"/>
            <a:ext cx="228594" cy="152400"/>
          </a:xfrm>
          <a:prstGeom prst="rightArrow">
            <a:avLst/>
          </a:prstGeom>
          <a:solidFill>
            <a:srgbClr val="5B6B7F"/>
          </a:solidFill>
          <a:ln/>
        </p:spPr>
        <p:txBody>
          <a:bodyPr/>
          <a:lstStyle/>
          <a:p>
            <a:endParaRPr lang="en-IN"/>
          </a:p>
        </p:txBody>
      </p:sp>
      <p:sp>
        <p:nvSpPr>
          <p:cNvPr id="21" name="Shape 19"/>
          <p:cNvSpPr/>
          <p:nvPr/>
        </p:nvSpPr>
        <p:spPr>
          <a:xfrm>
            <a:off x="6268484"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22" name="Text 20"/>
          <p:cNvSpPr/>
          <p:nvPr/>
        </p:nvSpPr>
        <p:spPr>
          <a:xfrm>
            <a:off x="6206970" y="3080742"/>
            <a:ext cx="1708107" cy="188516"/>
          </a:xfrm>
          <a:prstGeom prst="rect">
            <a:avLst/>
          </a:prstGeom>
          <a:noFill/>
          <a:ln/>
        </p:spPr>
        <p:txBody>
          <a:bodyPr wrap="none" lIns="0" tIns="0" rIns="0" bIns="0" rtlCol="0" anchor="t"/>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Warehouse active?</a:t>
            </a:r>
            <a:endParaRPr lang="en-US" sz="1100" dirty="0"/>
          </a:p>
        </p:txBody>
      </p:sp>
      <p:sp>
        <p:nvSpPr>
          <p:cNvPr id="23" name="Shape 21"/>
          <p:cNvSpPr/>
          <p:nvPr/>
        </p:nvSpPr>
        <p:spPr>
          <a:xfrm rot="5400000">
            <a:off x="6934026" y="4140200"/>
            <a:ext cx="253994" cy="152400"/>
          </a:xfrm>
          <a:prstGeom prst="rightArrow">
            <a:avLst/>
          </a:prstGeom>
          <a:solidFill>
            <a:srgbClr val="5B6B7F"/>
          </a:solidFill>
          <a:ln/>
        </p:spPr>
        <p:txBody>
          <a:bodyPr/>
          <a:lstStyle/>
          <a:p>
            <a:endParaRPr lang="en-IN"/>
          </a:p>
        </p:txBody>
      </p:sp>
      <p:sp>
        <p:nvSpPr>
          <p:cNvPr id="24" name="Shape 22"/>
          <p:cNvSpPr/>
          <p:nvPr/>
        </p:nvSpPr>
        <p:spPr>
          <a:xfrm>
            <a:off x="6273643" y="4470400"/>
            <a:ext cx="1574761" cy="711200"/>
          </a:xfrm>
          <a:prstGeom prst="roundRect">
            <a:avLst>
              <a:gd name="adj" fmla="val 8571"/>
            </a:avLst>
          </a:prstGeom>
          <a:solidFill>
            <a:srgbClr val="D5DCE5"/>
          </a:solidFill>
          <a:ln/>
        </p:spPr>
        <p:txBody>
          <a:bodyPr/>
          <a:lstStyle/>
          <a:p>
            <a:endParaRPr lang="en-IN"/>
          </a:p>
        </p:txBody>
      </p:sp>
      <p:sp>
        <p:nvSpPr>
          <p:cNvPr id="25" name="Text 23"/>
          <p:cNvSpPr/>
          <p:nvPr/>
        </p:nvSpPr>
        <p:spPr>
          <a:xfrm>
            <a:off x="6045049"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409 Conflict</a:t>
            </a:r>
            <a:endParaRPr lang="en-US" sz="1100" dirty="0"/>
          </a:p>
        </p:txBody>
      </p:sp>
      <p:sp>
        <p:nvSpPr>
          <p:cNvPr id="26" name="Text 24"/>
          <p:cNvSpPr/>
          <p:nvPr/>
        </p:nvSpPr>
        <p:spPr>
          <a:xfrm>
            <a:off x="7197545"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No</a:t>
            </a:r>
            <a:endParaRPr lang="en-US" sz="1100" dirty="0"/>
          </a:p>
        </p:txBody>
      </p:sp>
      <p:sp>
        <p:nvSpPr>
          <p:cNvPr id="27" name="Shape 25"/>
          <p:cNvSpPr/>
          <p:nvPr/>
        </p:nvSpPr>
        <p:spPr>
          <a:xfrm>
            <a:off x="7899202" y="3098800"/>
            <a:ext cx="228594" cy="152400"/>
          </a:xfrm>
          <a:prstGeom prst="rightArrow">
            <a:avLst/>
          </a:prstGeom>
          <a:solidFill>
            <a:srgbClr val="5B6B7F"/>
          </a:solidFill>
          <a:ln/>
        </p:spPr>
        <p:txBody>
          <a:bodyPr/>
          <a:lstStyle/>
          <a:p>
            <a:endParaRPr lang="en-IN"/>
          </a:p>
        </p:txBody>
      </p:sp>
      <p:sp>
        <p:nvSpPr>
          <p:cNvPr id="28" name="Shape 26"/>
          <p:cNvSpPr/>
          <p:nvPr/>
        </p:nvSpPr>
        <p:spPr>
          <a:xfrm>
            <a:off x="8188715"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29" name="Text 27"/>
          <p:cNvSpPr/>
          <p:nvPr/>
        </p:nvSpPr>
        <p:spPr>
          <a:xfrm>
            <a:off x="8429414" y="2986484"/>
            <a:ext cx="1098523"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Relationship already exists?</a:t>
            </a:r>
            <a:endParaRPr lang="en-US" sz="1100" dirty="0"/>
          </a:p>
        </p:txBody>
      </p:sp>
      <p:sp>
        <p:nvSpPr>
          <p:cNvPr id="30" name="Shape 28"/>
          <p:cNvSpPr/>
          <p:nvPr/>
        </p:nvSpPr>
        <p:spPr>
          <a:xfrm rot="5400000">
            <a:off x="8851678" y="4140200"/>
            <a:ext cx="253994" cy="152400"/>
          </a:xfrm>
          <a:prstGeom prst="rightArrow">
            <a:avLst/>
          </a:prstGeom>
          <a:solidFill>
            <a:srgbClr val="5B6B7F"/>
          </a:solidFill>
          <a:ln/>
        </p:spPr>
        <p:txBody>
          <a:bodyPr/>
          <a:lstStyle/>
          <a:p>
            <a:endParaRPr lang="en-IN"/>
          </a:p>
        </p:txBody>
      </p:sp>
      <p:sp>
        <p:nvSpPr>
          <p:cNvPr id="31" name="Shape 29"/>
          <p:cNvSpPr/>
          <p:nvPr/>
        </p:nvSpPr>
        <p:spPr>
          <a:xfrm>
            <a:off x="8191295" y="4470400"/>
            <a:ext cx="1574761" cy="711200"/>
          </a:xfrm>
          <a:prstGeom prst="roundRect">
            <a:avLst>
              <a:gd name="adj" fmla="val 8571"/>
            </a:avLst>
          </a:prstGeom>
          <a:solidFill>
            <a:srgbClr val="D5DCE5"/>
          </a:solidFill>
          <a:ln/>
        </p:spPr>
        <p:txBody>
          <a:bodyPr/>
          <a:lstStyle/>
          <a:p>
            <a:endParaRPr lang="en-IN"/>
          </a:p>
        </p:txBody>
      </p:sp>
      <p:sp>
        <p:nvSpPr>
          <p:cNvPr id="32" name="Text 30"/>
          <p:cNvSpPr/>
          <p:nvPr/>
        </p:nvSpPr>
        <p:spPr>
          <a:xfrm>
            <a:off x="7962701"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409 Conflict</a:t>
            </a:r>
            <a:endParaRPr lang="en-US" sz="1100" dirty="0"/>
          </a:p>
        </p:txBody>
      </p:sp>
      <p:sp>
        <p:nvSpPr>
          <p:cNvPr id="33" name="Text 31"/>
          <p:cNvSpPr/>
          <p:nvPr/>
        </p:nvSpPr>
        <p:spPr>
          <a:xfrm>
            <a:off x="9115197"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Yes</a:t>
            </a:r>
            <a:endParaRPr lang="en-US" sz="1100" dirty="0"/>
          </a:p>
        </p:txBody>
      </p:sp>
      <p:sp>
        <p:nvSpPr>
          <p:cNvPr id="34" name="Shape 32"/>
          <p:cNvSpPr/>
          <p:nvPr/>
        </p:nvSpPr>
        <p:spPr>
          <a:xfrm>
            <a:off x="9816854" y="3098800"/>
            <a:ext cx="228594" cy="152400"/>
          </a:xfrm>
          <a:prstGeom prst="rightArrow">
            <a:avLst/>
          </a:prstGeom>
          <a:solidFill>
            <a:srgbClr val="5B6B7F"/>
          </a:solidFill>
          <a:ln/>
        </p:spPr>
        <p:txBody>
          <a:bodyPr/>
          <a:lstStyle/>
          <a:p>
            <a:endParaRPr lang="en-IN"/>
          </a:p>
        </p:txBody>
      </p:sp>
      <p:sp>
        <p:nvSpPr>
          <p:cNvPr id="35" name="Shape 33"/>
          <p:cNvSpPr/>
          <p:nvPr/>
        </p:nvSpPr>
        <p:spPr>
          <a:xfrm>
            <a:off x="10108947" y="2641600"/>
            <a:ext cx="1574761" cy="1066800"/>
          </a:xfrm>
          <a:prstGeom prst="roundRect">
            <a:avLst>
              <a:gd name="adj" fmla="val 5714"/>
            </a:avLst>
          </a:prstGeom>
          <a:solidFill>
            <a:srgbClr val="5B6B7F"/>
          </a:solidFill>
          <a:ln/>
        </p:spPr>
        <p:txBody>
          <a:bodyPr/>
          <a:lstStyle/>
          <a:p>
            <a:endParaRPr lang="en-IN"/>
          </a:p>
        </p:txBody>
      </p:sp>
      <p:sp>
        <p:nvSpPr>
          <p:cNvPr id="36" name="Text 34"/>
          <p:cNvSpPr/>
          <p:nvPr/>
        </p:nvSpPr>
        <p:spPr>
          <a:xfrm>
            <a:off x="10210545" y="2986484"/>
            <a:ext cx="1371566"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Create record; 201 Created</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BULK CREATE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POST /api/v1/inventory/create-multi</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09585" y="234632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 several inventory records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List of inventory create DTOs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Same product, warehouse, and quantity rules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09585" y="6017320"/>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Bulk atomicity is not asserted.</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BULK UPDATE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PUT /api/v1/inventory/update-multi</a:t>
            </a:r>
            <a:endParaRPr lang="en-US" sz="28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09585" y="2461915"/>
          <a:ext cx="10997826" cy="2677650"/>
        </p:xfrm>
        <a:graphic>
          <a:graphicData uri="http://schemas.openxmlformats.org/drawingml/2006/table">
            <a:tbl>
              <a:tblPr/>
              <a:tblGrid>
                <a:gridCol w="2359561">
                  <a:extLst>
                    <a:ext uri="{9D8B030D-6E8A-4147-A177-3AD203B41FA5}">
                      <a16:colId xmlns:a16="http://schemas.microsoft.com/office/drawing/2014/main" val="20000"/>
                    </a:ext>
                  </a:extLst>
                </a:gridCol>
                <a:gridCol w="8155677">
                  <a:extLst>
                    <a:ext uri="{9D8B030D-6E8A-4147-A177-3AD203B41FA5}">
                      <a16:colId xmlns:a16="http://schemas.microsoft.com/office/drawing/2014/main" val="20001"/>
                    </a:ext>
                  </a:extLst>
                </a:gridCol>
                <a:gridCol w="482588">
                  <a:extLst>
                    <a:ext uri="{9D8B030D-6E8A-4147-A177-3AD203B41FA5}">
                      <a16:colId xmlns:a16="http://schemas.microsoft.com/office/drawing/2014/main" val="20002"/>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Update several inventory records by 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Bulk update request identifying inventory records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for unknown records, as documented in the README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RETRIEVE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/api/v1/inventory/{inventoryId}</a:t>
            </a:r>
            <a:endParaRPr lang="en-US" sz="28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09585" y="246191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Fetch one inventory record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inventoryId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if missing</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PRODUCT VIEW</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/api/v1/inventory/products/{productId}</a:t>
            </a:r>
            <a:endParaRPr lang="en-US" sz="28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09585" y="2600920"/>
          <a:ext cx="10972526" cy="200347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Find all stock for a product across warehouses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productId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Response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Includes total stock</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609585" y="5867559"/>
            <a:ext cx="1097252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Where is this product held, and how much overall?</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WAREHOUSE VIEW</a:t>
            </a:r>
            <a:endParaRPr lang="en-US" sz="1300" dirty="0"/>
          </a:p>
        </p:txBody>
      </p:sp>
      <p:sp>
        <p:nvSpPr>
          <p:cNvPr id="3" name="Text 1"/>
          <p:cNvSpPr/>
          <p:nvPr/>
        </p:nvSpPr>
        <p:spPr>
          <a:xfrm>
            <a:off x="609585" y="946375"/>
            <a:ext cx="10972526" cy="843161"/>
          </a:xfrm>
          <a:prstGeom prst="rect">
            <a:avLst/>
          </a:prstGeom>
          <a:noFill/>
          <a:ln/>
        </p:spPr>
        <p:txBody>
          <a:bodyPr wrap="square" lIns="0" tIns="0" rIns="0" bIns="0" rtlCol="0" anchor="t">
            <a:normAutofit/>
          </a:bodyPr>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/api/v1/inventory/warehouses/{warehouseId}</a:t>
            </a:r>
            <a:endParaRPr lang="en-US" sz="28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09585" y="2855516"/>
          <a:ext cx="10972526" cy="200347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Retrieve everything held in one warehouse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warehouseId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609585" y="5939929"/>
            <a:ext cx="115821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Three retrieval views: one record, one product across locations, or one warehouse across products.</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SET STOCK</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PUT /api/v1/inventory/{inventoryId}/stock</a:t>
            </a:r>
            <a:endParaRPr lang="en-US" sz="28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609585" y="246191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Set the exact stock quantity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optional reason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0 or more; active warehouse required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 for negative quantity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469583"/>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SET STOCK FLOW</a:t>
            </a:r>
            <a:endParaRPr lang="en-US" sz="1300" dirty="0"/>
          </a:p>
        </p:txBody>
      </p:sp>
      <p:sp>
        <p:nvSpPr>
          <p:cNvPr id="3" name="Text 1"/>
          <p:cNvSpPr/>
          <p:nvPr/>
        </p:nvSpPr>
        <p:spPr>
          <a:xfrm>
            <a:off x="584185" y="793975"/>
            <a:ext cx="11023324"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Set stock replaces the quantity only after three checks pass</a:t>
            </a:r>
            <a:endParaRPr lang="en-US" sz="2800" dirty="0"/>
          </a:p>
        </p:txBody>
      </p:sp>
      <p:sp>
        <p:nvSpPr>
          <p:cNvPr id="4" name="Shape 2"/>
          <p:cNvSpPr/>
          <p:nvPr/>
        </p:nvSpPr>
        <p:spPr>
          <a:xfrm>
            <a:off x="1904952" y="3117850"/>
            <a:ext cx="444489" cy="114300"/>
          </a:xfrm>
          <a:prstGeom prst="rightArrow">
            <a:avLst/>
          </a:prstGeom>
          <a:solidFill>
            <a:srgbClr val="5B6B7F"/>
          </a:solidFill>
          <a:ln/>
        </p:spPr>
        <p:txBody>
          <a:bodyPr/>
          <a:lstStyle/>
          <a:p>
            <a:endParaRPr lang="en-IN"/>
          </a:p>
        </p:txBody>
      </p:sp>
      <p:sp>
        <p:nvSpPr>
          <p:cNvPr id="5" name="Shape 3"/>
          <p:cNvSpPr/>
          <p:nvPr/>
        </p:nvSpPr>
        <p:spPr>
          <a:xfrm>
            <a:off x="4000400" y="3117850"/>
            <a:ext cx="444489" cy="114300"/>
          </a:xfrm>
          <a:prstGeom prst="rightArrow">
            <a:avLst/>
          </a:prstGeom>
          <a:solidFill>
            <a:srgbClr val="5B6B7F"/>
          </a:solidFill>
          <a:ln/>
        </p:spPr>
        <p:txBody>
          <a:bodyPr/>
          <a:lstStyle/>
          <a:p>
            <a:endParaRPr lang="en-IN"/>
          </a:p>
        </p:txBody>
      </p:sp>
      <p:sp>
        <p:nvSpPr>
          <p:cNvPr id="6" name="Shape 4"/>
          <p:cNvSpPr/>
          <p:nvPr/>
        </p:nvSpPr>
        <p:spPr>
          <a:xfrm>
            <a:off x="6095848" y="3117850"/>
            <a:ext cx="444489" cy="114300"/>
          </a:xfrm>
          <a:prstGeom prst="rightArrow">
            <a:avLst/>
          </a:prstGeom>
          <a:solidFill>
            <a:srgbClr val="5B6B7F"/>
          </a:solidFill>
          <a:ln/>
        </p:spPr>
        <p:txBody>
          <a:bodyPr/>
          <a:lstStyle/>
          <a:p>
            <a:endParaRPr lang="en-IN"/>
          </a:p>
        </p:txBody>
      </p:sp>
      <p:sp>
        <p:nvSpPr>
          <p:cNvPr id="7" name="Shape 5"/>
          <p:cNvSpPr/>
          <p:nvPr/>
        </p:nvSpPr>
        <p:spPr>
          <a:xfrm>
            <a:off x="8191295" y="3117850"/>
            <a:ext cx="380990" cy="114300"/>
          </a:xfrm>
          <a:prstGeom prst="rightArrow">
            <a:avLst/>
          </a:prstGeom>
          <a:solidFill>
            <a:srgbClr val="5B6B7F"/>
          </a:solidFill>
          <a:ln/>
        </p:spPr>
        <p:txBody>
          <a:bodyPr/>
          <a:lstStyle/>
          <a:p>
            <a:endParaRPr lang="en-IN"/>
          </a:p>
        </p:txBody>
      </p:sp>
      <p:sp>
        <p:nvSpPr>
          <p:cNvPr id="8" name="Shape 6"/>
          <p:cNvSpPr/>
          <p:nvPr/>
        </p:nvSpPr>
        <p:spPr>
          <a:xfrm>
            <a:off x="9969251" y="3117850"/>
            <a:ext cx="380990" cy="114300"/>
          </a:xfrm>
          <a:prstGeom prst="rightArrow">
            <a:avLst/>
          </a:prstGeom>
          <a:solidFill>
            <a:srgbClr val="5B6B7F"/>
          </a:solidFill>
          <a:ln/>
        </p:spPr>
        <p:txBody>
          <a:bodyPr/>
          <a:lstStyle/>
          <a:p>
            <a:endParaRPr lang="en-IN"/>
          </a:p>
        </p:txBody>
      </p:sp>
      <p:sp>
        <p:nvSpPr>
          <p:cNvPr id="9" name="Shape 7"/>
          <p:cNvSpPr/>
          <p:nvPr/>
        </p:nvSpPr>
        <p:spPr>
          <a:xfrm rot="5400000">
            <a:off x="2889178" y="4229100"/>
            <a:ext cx="571486" cy="114300"/>
          </a:xfrm>
          <a:prstGeom prst="rightArrow">
            <a:avLst/>
          </a:prstGeom>
          <a:solidFill>
            <a:srgbClr val="5B6B7F"/>
          </a:solidFill>
          <a:ln/>
        </p:spPr>
        <p:txBody>
          <a:bodyPr/>
          <a:lstStyle/>
          <a:p>
            <a:endParaRPr lang="en-IN"/>
          </a:p>
        </p:txBody>
      </p:sp>
      <p:sp>
        <p:nvSpPr>
          <p:cNvPr id="10" name="Shape 8"/>
          <p:cNvSpPr/>
          <p:nvPr/>
        </p:nvSpPr>
        <p:spPr>
          <a:xfrm rot="5400000">
            <a:off x="4984625" y="4229100"/>
            <a:ext cx="571486" cy="114300"/>
          </a:xfrm>
          <a:prstGeom prst="rightArrow">
            <a:avLst/>
          </a:prstGeom>
          <a:solidFill>
            <a:srgbClr val="5B6B7F"/>
          </a:solidFill>
          <a:ln/>
        </p:spPr>
        <p:txBody>
          <a:bodyPr/>
          <a:lstStyle/>
          <a:p>
            <a:endParaRPr lang="en-IN"/>
          </a:p>
        </p:txBody>
      </p:sp>
      <p:sp>
        <p:nvSpPr>
          <p:cNvPr id="11" name="Shape 9"/>
          <p:cNvSpPr/>
          <p:nvPr/>
        </p:nvSpPr>
        <p:spPr>
          <a:xfrm rot="5400000">
            <a:off x="7080073" y="4229100"/>
            <a:ext cx="571486" cy="114300"/>
          </a:xfrm>
          <a:prstGeom prst="rightArrow">
            <a:avLst/>
          </a:prstGeom>
          <a:solidFill>
            <a:srgbClr val="5B6B7F"/>
          </a:solidFill>
          <a:ln/>
        </p:spPr>
        <p:txBody>
          <a:bodyPr/>
          <a:lstStyle/>
          <a:p>
            <a:endParaRPr lang="en-IN"/>
          </a:p>
        </p:txBody>
      </p:sp>
      <p:sp>
        <p:nvSpPr>
          <p:cNvPr id="12" name="Shape 10"/>
          <p:cNvSpPr/>
          <p:nvPr/>
        </p:nvSpPr>
        <p:spPr>
          <a:xfrm>
            <a:off x="380990" y="2730500"/>
            <a:ext cx="1523962" cy="889000"/>
          </a:xfrm>
          <a:prstGeom prst="roundRect">
            <a:avLst/>
          </a:prstGeom>
          <a:solidFill>
            <a:srgbClr val="E9EEF5"/>
          </a:solidFill>
          <a:ln w="15875">
            <a:solidFill>
              <a:srgbClr val="1F3A5F"/>
            </a:solidFill>
            <a:prstDash val="solid"/>
          </a:ln>
        </p:spPr>
        <p:txBody>
          <a:bodyPr/>
          <a:lstStyle/>
          <a:p>
            <a:endParaRPr lang="en-IN"/>
          </a:p>
        </p:txBody>
      </p:sp>
      <p:sp>
        <p:nvSpPr>
          <p:cNvPr id="13" name="Text 11"/>
          <p:cNvSpPr/>
          <p:nvPr/>
        </p:nvSpPr>
        <p:spPr>
          <a:xfrm>
            <a:off x="419090" y="2969320"/>
            <a:ext cx="1447764"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inventoryId and quantity</a:t>
            </a:r>
            <a:endParaRPr lang="en-US" sz="1200" dirty="0"/>
          </a:p>
        </p:txBody>
      </p:sp>
      <p:sp>
        <p:nvSpPr>
          <p:cNvPr id="14" name="Shape 12"/>
          <p:cNvSpPr/>
          <p:nvPr/>
        </p:nvSpPr>
        <p:spPr>
          <a:xfrm>
            <a:off x="2349441" y="2349500"/>
            <a:ext cx="1650959" cy="1651000"/>
          </a:xfrm>
          <a:prstGeom prst="diamond">
            <a:avLst/>
          </a:prstGeom>
          <a:solidFill>
            <a:srgbClr val="D6DEE9"/>
          </a:solidFill>
          <a:ln w="15875">
            <a:solidFill>
              <a:srgbClr val="1F3A5F"/>
            </a:solidFill>
            <a:prstDash val="solid"/>
          </a:ln>
        </p:spPr>
        <p:txBody>
          <a:bodyPr/>
          <a:lstStyle/>
          <a:p>
            <a:endParaRPr lang="en-IN"/>
          </a:p>
        </p:txBody>
      </p:sp>
      <p:sp>
        <p:nvSpPr>
          <p:cNvPr id="15" name="Text 13"/>
          <p:cNvSpPr/>
          <p:nvPr/>
        </p:nvSpPr>
        <p:spPr>
          <a:xfrm>
            <a:off x="2616135" y="2969320"/>
            <a:ext cx="1117572"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Quantity 0 or more?</a:t>
            </a:r>
            <a:endParaRPr lang="en-US" sz="1200" dirty="0"/>
          </a:p>
        </p:txBody>
      </p:sp>
      <p:sp>
        <p:nvSpPr>
          <p:cNvPr id="16" name="Shape 14"/>
          <p:cNvSpPr/>
          <p:nvPr/>
        </p:nvSpPr>
        <p:spPr>
          <a:xfrm>
            <a:off x="4444889" y="2349500"/>
            <a:ext cx="1650959" cy="1651000"/>
          </a:xfrm>
          <a:prstGeom prst="diamond">
            <a:avLst/>
          </a:prstGeom>
          <a:solidFill>
            <a:srgbClr val="D6DEE9"/>
          </a:solidFill>
          <a:ln w="15875">
            <a:solidFill>
              <a:srgbClr val="1F3A5F"/>
            </a:solidFill>
            <a:prstDash val="solid"/>
          </a:ln>
        </p:spPr>
        <p:txBody>
          <a:bodyPr/>
          <a:lstStyle/>
          <a:p>
            <a:endParaRPr lang="en-IN"/>
          </a:p>
        </p:txBody>
      </p:sp>
      <p:sp>
        <p:nvSpPr>
          <p:cNvPr id="17" name="Text 15"/>
          <p:cNvSpPr/>
          <p:nvPr/>
        </p:nvSpPr>
        <p:spPr>
          <a:xfrm>
            <a:off x="4406790" y="3072110"/>
            <a:ext cx="1727157"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Record exists?</a:t>
            </a:r>
            <a:endParaRPr lang="en-US" sz="1200" dirty="0"/>
          </a:p>
        </p:txBody>
      </p:sp>
      <p:sp>
        <p:nvSpPr>
          <p:cNvPr id="18" name="Shape 16"/>
          <p:cNvSpPr/>
          <p:nvPr/>
        </p:nvSpPr>
        <p:spPr>
          <a:xfrm>
            <a:off x="6540336" y="2349500"/>
            <a:ext cx="1650959" cy="1651000"/>
          </a:xfrm>
          <a:prstGeom prst="diamond">
            <a:avLst/>
          </a:prstGeom>
          <a:solidFill>
            <a:srgbClr val="D6DEE9"/>
          </a:solidFill>
          <a:ln w="15875">
            <a:solidFill>
              <a:srgbClr val="1F3A5F"/>
            </a:solidFill>
            <a:prstDash val="solid"/>
          </a:ln>
        </p:spPr>
        <p:txBody>
          <a:bodyPr/>
          <a:lstStyle/>
          <a:p>
            <a:endParaRPr lang="en-IN"/>
          </a:p>
        </p:txBody>
      </p:sp>
      <p:sp>
        <p:nvSpPr>
          <p:cNvPr id="19" name="Text 17"/>
          <p:cNvSpPr/>
          <p:nvPr/>
        </p:nvSpPr>
        <p:spPr>
          <a:xfrm>
            <a:off x="6807030" y="2969320"/>
            <a:ext cx="1117572"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Warehouse active?</a:t>
            </a:r>
            <a:endParaRPr lang="en-US" sz="1200" dirty="0"/>
          </a:p>
        </p:txBody>
      </p:sp>
      <p:sp>
        <p:nvSpPr>
          <p:cNvPr id="20" name="Shape 18"/>
          <p:cNvSpPr/>
          <p:nvPr/>
        </p:nvSpPr>
        <p:spPr>
          <a:xfrm>
            <a:off x="8572286" y="2730500"/>
            <a:ext cx="1396965" cy="889000"/>
          </a:xfrm>
          <a:prstGeom prst="roundRect">
            <a:avLst/>
          </a:prstGeom>
          <a:solidFill>
            <a:srgbClr val="E9EEF5"/>
          </a:solidFill>
          <a:ln w="15875">
            <a:solidFill>
              <a:srgbClr val="1F3A5F"/>
            </a:solidFill>
            <a:prstDash val="solid"/>
          </a:ln>
        </p:spPr>
        <p:txBody>
          <a:bodyPr/>
          <a:lstStyle/>
          <a:p>
            <a:endParaRPr lang="en-IN"/>
          </a:p>
        </p:txBody>
      </p:sp>
      <p:sp>
        <p:nvSpPr>
          <p:cNvPr id="21" name="Text 19"/>
          <p:cNvSpPr/>
          <p:nvPr/>
        </p:nvSpPr>
        <p:spPr>
          <a:xfrm>
            <a:off x="8610385" y="2969320"/>
            <a:ext cx="1320767"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Replace stock with quantity</a:t>
            </a:r>
            <a:endParaRPr lang="en-US" sz="1200" dirty="0"/>
          </a:p>
        </p:txBody>
      </p:sp>
      <p:sp>
        <p:nvSpPr>
          <p:cNvPr id="22" name="Shape 20"/>
          <p:cNvSpPr/>
          <p:nvPr/>
        </p:nvSpPr>
        <p:spPr>
          <a:xfrm>
            <a:off x="10350241" y="2730500"/>
            <a:ext cx="1460463" cy="889000"/>
          </a:xfrm>
          <a:prstGeom prst="roundRect">
            <a:avLst/>
          </a:prstGeom>
          <a:solidFill>
            <a:srgbClr val="DCE3ED"/>
          </a:solidFill>
          <a:ln w="15875">
            <a:solidFill>
              <a:srgbClr val="1F3A5F"/>
            </a:solidFill>
            <a:prstDash val="solid"/>
          </a:ln>
        </p:spPr>
        <p:txBody>
          <a:bodyPr/>
          <a:lstStyle/>
          <a:p>
            <a:endParaRPr lang="en-IN"/>
          </a:p>
        </p:txBody>
      </p:sp>
      <p:sp>
        <p:nvSpPr>
          <p:cNvPr id="23" name="Text 21"/>
          <p:cNvSpPr/>
          <p:nvPr/>
        </p:nvSpPr>
        <p:spPr>
          <a:xfrm>
            <a:off x="10083548" y="3072110"/>
            <a:ext cx="1993850"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200 OK</a:t>
            </a:r>
            <a:endParaRPr lang="en-US" sz="1200" dirty="0"/>
          </a:p>
        </p:txBody>
      </p:sp>
      <p:sp>
        <p:nvSpPr>
          <p:cNvPr id="24" name="Shape 22"/>
          <p:cNvSpPr/>
          <p:nvPr/>
        </p:nvSpPr>
        <p:spPr>
          <a:xfrm>
            <a:off x="2349441" y="4572000"/>
            <a:ext cx="1650959" cy="762000"/>
          </a:xfrm>
          <a:prstGeom prst="roundRect">
            <a:avLst/>
          </a:prstGeom>
          <a:solidFill>
            <a:srgbClr val="FFFFFF"/>
          </a:solidFill>
          <a:ln w="15875">
            <a:solidFill>
              <a:srgbClr val="8A94A3"/>
            </a:solidFill>
            <a:prstDash val="solid"/>
          </a:ln>
        </p:spPr>
        <p:txBody>
          <a:bodyPr/>
          <a:lstStyle/>
          <a:p>
            <a:endParaRPr lang="en-IN"/>
          </a:p>
        </p:txBody>
      </p:sp>
      <p:sp>
        <p:nvSpPr>
          <p:cNvPr id="25" name="Text 23"/>
          <p:cNvSpPr/>
          <p:nvPr/>
        </p:nvSpPr>
        <p:spPr>
          <a:xfrm>
            <a:off x="2082748" y="4850110"/>
            <a:ext cx="2184345"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400 Bad request</a:t>
            </a:r>
            <a:endParaRPr lang="en-US" sz="1200" dirty="0"/>
          </a:p>
        </p:txBody>
      </p:sp>
      <p:sp>
        <p:nvSpPr>
          <p:cNvPr id="26" name="Shape 24"/>
          <p:cNvSpPr/>
          <p:nvPr/>
        </p:nvSpPr>
        <p:spPr>
          <a:xfrm>
            <a:off x="4444889" y="4572000"/>
            <a:ext cx="1650959" cy="762000"/>
          </a:xfrm>
          <a:prstGeom prst="roundRect">
            <a:avLst/>
          </a:prstGeom>
          <a:solidFill>
            <a:srgbClr val="FFFFFF"/>
          </a:solidFill>
          <a:ln w="15875">
            <a:solidFill>
              <a:srgbClr val="8A94A3"/>
            </a:solidFill>
            <a:prstDash val="solid"/>
          </a:ln>
        </p:spPr>
        <p:txBody>
          <a:bodyPr/>
          <a:lstStyle/>
          <a:p>
            <a:endParaRPr lang="en-IN"/>
          </a:p>
        </p:txBody>
      </p:sp>
      <p:sp>
        <p:nvSpPr>
          <p:cNvPr id="27" name="Text 25"/>
          <p:cNvSpPr/>
          <p:nvPr/>
        </p:nvSpPr>
        <p:spPr>
          <a:xfrm>
            <a:off x="4178195" y="4850110"/>
            <a:ext cx="2184345"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404 Not found</a:t>
            </a:r>
            <a:endParaRPr lang="en-US" sz="1200" dirty="0"/>
          </a:p>
        </p:txBody>
      </p:sp>
      <p:sp>
        <p:nvSpPr>
          <p:cNvPr id="28" name="Shape 26"/>
          <p:cNvSpPr/>
          <p:nvPr/>
        </p:nvSpPr>
        <p:spPr>
          <a:xfrm>
            <a:off x="6540336" y="4572000"/>
            <a:ext cx="1650959" cy="762000"/>
          </a:xfrm>
          <a:prstGeom prst="roundRect">
            <a:avLst/>
          </a:prstGeom>
          <a:solidFill>
            <a:srgbClr val="FFFFFF"/>
          </a:solidFill>
          <a:ln w="15875">
            <a:solidFill>
              <a:srgbClr val="8A94A3"/>
            </a:solidFill>
            <a:prstDash val="solid"/>
          </a:ln>
        </p:spPr>
        <p:txBody>
          <a:bodyPr/>
          <a:lstStyle/>
          <a:p>
            <a:endParaRPr lang="en-IN"/>
          </a:p>
        </p:txBody>
      </p:sp>
      <p:sp>
        <p:nvSpPr>
          <p:cNvPr id="29" name="Text 27"/>
          <p:cNvSpPr/>
          <p:nvPr/>
        </p:nvSpPr>
        <p:spPr>
          <a:xfrm>
            <a:off x="6273643" y="4850110"/>
            <a:ext cx="2184345"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409 Conflict</a:t>
            </a:r>
            <a:endParaRPr lang="en-US" sz="1200" dirty="0"/>
          </a:p>
        </p:txBody>
      </p:sp>
      <p:sp>
        <p:nvSpPr>
          <p:cNvPr id="30" name="Text 28"/>
          <p:cNvSpPr/>
          <p:nvPr/>
        </p:nvSpPr>
        <p:spPr>
          <a:xfrm>
            <a:off x="3994050" y="287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31" name="Text 29"/>
          <p:cNvSpPr/>
          <p:nvPr/>
        </p:nvSpPr>
        <p:spPr>
          <a:xfrm>
            <a:off x="6102197" y="287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32" name="Text 30"/>
          <p:cNvSpPr/>
          <p:nvPr/>
        </p:nvSpPr>
        <p:spPr>
          <a:xfrm>
            <a:off x="8235744" y="287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33" name="Text 31"/>
          <p:cNvSpPr/>
          <p:nvPr/>
        </p:nvSpPr>
        <p:spPr>
          <a:xfrm>
            <a:off x="3155871" y="414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34" name="Text 32"/>
          <p:cNvSpPr/>
          <p:nvPr/>
        </p:nvSpPr>
        <p:spPr>
          <a:xfrm>
            <a:off x="5238619" y="414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35" name="Text 33"/>
          <p:cNvSpPr/>
          <p:nvPr/>
        </p:nvSpPr>
        <p:spPr>
          <a:xfrm>
            <a:off x="7334067" y="4140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RECEIVE STOCK</a:t>
            </a:r>
            <a:endParaRPr lang="en-US" sz="1300" dirty="0"/>
          </a:p>
        </p:txBody>
      </p:sp>
      <p:sp>
        <p:nvSpPr>
          <p:cNvPr id="3" name="Text 1"/>
          <p:cNvSpPr/>
          <p:nvPr/>
        </p:nvSpPr>
        <p:spPr>
          <a:xfrm>
            <a:off x="609585" y="943277"/>
            <a:ext cx="10972526" cy="726281"/>
          </a:xfrm>
          <a:prstGeom prst="rect">
            <a:avLst/>
          </a:prstGeom>
          <a:noFill/>
          <a:ln/>
        </p:spPr>
        <p:txBody>
          <a:bodyPr wrap="square" lIns="0" tIns="0" rIns="0" bIns="0" rtlCol="0" anchor="t">
            <a:normAutofit/>
          </a:bodyPr>
          <a:lstStyle/>
          <a:p>
            <a:pPr marL="0" indent="0" algn="l">
              <a:lnSpc>
                <a:spcPct val="96000"/>
              </a:lnSpc>
              <a:buNone/>
            </a:pPr>
            <a:r>
              <a:rPr lang="en-US" sz="2400" b="1" kern="100" spc="-12" dirty="0">
                <a:solidFill>
                  <a:srgbClr val="1F2A44"/>
                </a:solidFill>
                <a:latin typeface="Martian Mono Bold" pitchFamily="34" charset="0"/>
                <a:ea typeface="Martian Mono Bold" pitchFamily="34" charset="-122"/>
                <a:cs typeface="Martian Mono Bold" pitchFamily="34" charset="0"/>
              </a:rPr>
              <a:t>PATCH /api/v1/inventory/{inventoryId}/stock/increase</a:t>
            </a:r>
            <a:endParaRPr lang="en-US" sz="24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09585" y="2614216"/>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Add received units atomically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optional reason, such as “New shipment”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greater than 0; active warehouse required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DISPATCH STOCK</a:t>
            </a:r>
            <a:endParaRPr lang="en-US" sz="1300" dirty="0"/>
          </a:p>
        </p:txBody>
      </p:sp>
      <p:sp>
        <p:nvSpPr>
          <p:cNvPr id="3" name="Text 1"/>
          <p:cNvSpPr/>
          <p:nvPr/>
        </p:nvSpPr>
        <p:spPr>
          <a:xfrm>
            <a:off x="609585" y="943277"/>
            <a:ext cx="10972526" cy="726281"/>
          </a:xfrm>
          <a:prstGeom prst="rect">
            <a:avLst/>
          </a:prstGeom>
          <a:noFill/>
          <a:ln/>
        </p:spPr>
        <p:txBody>
          <a:bodyPr wrap="square" lIns="0" tIns="0" rIns="0" bIns="0" rtlCol="0" anchor="t">
            <a:normAutofit/>
          </a:bodyPr>
          <a:lstStyle/>
          <a:p>
            <a:pPr marL="0" indent="0" algn="l">
              <a:lnSpc>
                <a:spcPct val="96000"/>
              </a:lnSpc>
              <a:buNone/>
            </a:pPr>
            <a:r>
              <a:rPr lang="en-US" sz="2400" b="1" kern="100" spc="-12" dirty="0">
                <a:solidFill>
                  <a:srgbClr val="1F2A44"/>
                </a:solidFill>
                <a:latin typeface="Martian Mono Bold" pitchFamily="34" charset="0"/>
                <a:ea typeface="Martian Mono Bold" pitchFamily="34" charset="-122"/>
                <a:cs typeface="Martian Mono Bold" pitchFamily="34" charset="0"/>
              </a:rPr>
              <a:t>PATCH /api/v1/inventory/{inventoryId}/stock/decrease</a:t>
            </a:r>
            <a:endParaRPr lang="en-US" sz="24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09585" y="1959372"/>
          <a:ext cx="10972526" cy="335182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Remove dispatched units atomically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optional reason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Validation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greater than 0; stock cannot go negative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409 for insufficient stock</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393382"/>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DECREASE</a:t>
            </a:r>
            <a:endParaRPr lang="en-US" sz="1300" dirty="0"/>
          </a:p>
        </p:txBody>
      </p:sp>
      <p:sp>
        <p:nvSpPr>
          <p:cNvPr id="3" name="Text 1"/>
          <p:cNvSpPr/>
          <p:nvPr/>
        </p:nvSpPr>
        <p:spPr>
          <a:xfrm>
            <a:off x="584185" y="717775"/>
            <a:ext cx="11023324"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Decrease stops at the first failed check, otherwise applies atomically</a:t>
            </a:r>
            <a:endParaRPr lang="en-US" sz="2800" dirty="0"/>
          </a:p>
        </p:txBody>
      </p:sp>
      <p:sp>
        <p:nvSpPr>
          <p:cNvPr id="4" name="Shape 2"/>
          <p:cNvSpPr/>
          <p:nvPr/>
        </p:nvSpPr>
        <p:spPr>
          <a:xfrm>
            <a:off x="507987" y="2641600"/>
            <a:ext cx="1574761" cy="1066800"/>
          </a:xfrm>
          <a:prstGeom prst="roundRect">
            <a:avLst>
              <a:gd name="adj" fmla="val 5714"/>
            </a:avLst>
          </a:prstGeom>
          <a:solidFill>
            <a:srgbClr val="1F3864"/>
          </a:solidFill>
          <a:ln/>
        </p:spPr>
        <p:txBody>
          <a:bodyPr/>
          <a:lstStyle/>
          <a:p>
            <a:endParaRPr lang="en-IN"/>
          </a:p>
        </p:txBody>
      </p:sp>
      <p:sp>
        <p:nvSpPr>
          <p:cNvPr id="5" name="Text 3"/>
          <p:cNvSpPr/>
          <p:nvPr/>
        </p:nvSpPr>
        <p:spPr>
          <a:xfrm>
            <a:off x="304792" y="3080742"/>
            <a:ext cx="1981150" cy="188516"/>
          </a:xfrm>
          <a:prstGeom prst="rect">
            <a:avLst/>
          </a:prstGeom>
          <a:noFill/>
          <a:ln/>
        </p:spPr>
        <p:txBody>
          <a:bodyPr wrap="none" lIns="0" tIns="0" rIns="0" bIns="0" rtlCol="0" anchor="t"/>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Request: quantity</a:t>
            </a:r>
            <a:endParaRPr lang="en-US" sz="1100" dirty="0"/>
          </a:p>
        </p:txBody>
      </p:sp>
      <p:sp>
        <p:nvSpPr>
          <p:cNvPr id="6" name="Shape 4"/>
          <p:cNvSpPr/>
          <p:nvPr/>
        </p:nvSpPr>
        <p:spPr>
          <a:xfrm>
            <a:off x="2387540" y="3098800"/>
            <a:ext cx="228594" cy="152400"/>
          </a:xfrm>
          <a:prstGeom prst="rightArrow">
            <a:avLst/>
          </a:prstGeom>
          <a:solidFill>
            <a:srgbClr val="5B6B7F"/>
          </a:solidFill>
          <a:ln/>
        </p:spPr>
        <p:txBody>
          <a:bodyPr/>
          <a:lstStyle/>
          <a:p>
            <a:endParaRPr lang="en-IN"/>
          </a:p>
        </p:txBody>
      </p:sp>
      <p:sp>
        <p:nvSpPr>
          <p:cNvPr id="7" name="Shape 5"/>
          <p:cNvSpPr/>
          <p:nvPr/>
        </p:nvSpPr>
        <p:spPr>
          <a:xfrm>
            <a:off x="2908227"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8" name="Text 6"/>
          <p:cNvSpPr/>
          <p:nvPr/>
        </p:nvSpPr>
        <p:spPr>
          <a:xfrm>
            <a:off x="3146346" y="2986484"/>
            <a:ext cx="1098523"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Quantity greater than 0?</a:t>
            </a:r>
            <a:endParaRPr lang="en-US" sz="1100" dirty="0"/>
          </a:p>
        </p:txBody>
      </p:sp>
      <p:sp>
        <p:nvSpPr>
          <p:cNvPr id="9" name="Shape 7"/>
          <p:cNvSpPr/>
          <p:nvPr/>
        </p:nvSpPr>
        <p:spPr>
          <a:xfrm rot="5400000">
            <a:off x="3568610" y="4140200"/>
            <a:ext cx="253994" cy="152400"/>
          </a:xfrm>
          <a:prstGeom prst="rightArrow">
            <a:avLst/>
          </a:prstGeom>
          <a:solidFill>
            <a:srgbClr val="5B6B7F"/>
          </a:solidFill>
          <a:ln/>
        </p:spPr>
        <p:txBody>
          <a:bodyPr/>
          <a:lstStyle/>
          <a:p>
            <a:endParaRPr lang="en-IN"/>
          </a:p>
        </p:txBody>
      </p:sp>
      <p:sp>
        <p:nvSpPr>
          <p:cNvPr id="10" name="Shape 8"/>
          <p:cNvSpPr/>
          <p:nvPr/>
        </p:nvSpPr>
        <p:spPr>
          <a:xfrm>
            <a:off x="2908227" y="4470400"/>
            <a:ext cx="1574761" cy="711200"/>
          </a:xfrm>
          <a:prstGeom prst="roundRect">
            <a:avLst>
              <a:gd name="adj" fmla="val 8571"/>
            </a:avLst>
          </a:prstGeom>
          <a:solidFill>
            <a:srgbClr val="D5DCE5"/>
          </a:solidFill>
          <a:ln/>
        </p:spPr>
        <p:txBody>
          <a:bodyPr/>
          <a:lstStyle/>
          <a:p>
            <a:endParaRPr lang="en-IN"/>
          </a:p>
        </p:txBody>
      </p:sp>
      <p:sp>
        <p:nvSpPr>
          <p:cNvPr id="11" name="Text 9"/>
          <p:cNvSpPr/>
          <p:nvPr/>
        </p:nvSpPr>
        <p:spPr>
          <a:xfrm>
            <a:off x="2679633"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400 Bad request</a:t>
            </a:r>
            <a:endParaRPr lang="en-US" sz="1100" dirty="0"/>
          </a:p>
        </p:txBody>
      </p:sp>
      <p:sp>
        <p:nvSpPr>
          <p:cNvPr id="12" name="Text 10"/>
          <p:cNvSpPr/>
          <p:nvPr/>
        </p:nvSpPr>
        <p:spPr>
          <a:xfrm>
            <a:off x="3832129"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No</a:t>
            </a:r>
            <a:endParaRPr lang="en-US" sz="1100" dirty="0"/>
          </a:p>
        </p:txBody>
      </p:sp>
      <p:sp>
        <p:nvSpPr>
          <p:cNvPr id="13" name="Shape 11"/>
          <p:cNvSpPr/>
          <p:nvPr/>
        </p:nvSpPr>
        <p:spPr>
          <a:xfrm>
            <a:off x="4775081" y="3098800"/>
            <a:ext cx="228594" cy="152400"/>
          </a:xfrm>
          <a:prstGeom prst="rightArrow">
            <a:avLst/>
          </a:prstGeom>
          <a:solidFill>
            <a:srgbClr val="5B6B7F"/>
          </a:solidFill>
          <a:ln/>
        </p:spPr>
        <p:txBody>
          <a:bodyPr/>
          <a:lstStyle/>
          <a:p>
            <a:endParaRPr lang="en-IN"/>
          </a:p>
        </p:txBody>
      </p:sp>
      <p:sp>
        <p:nvSpPr>
          <p:cNvPr id="14" name="Shape 12"/>
          <p:cNvSpPr/>
          <p:nvPr/>
        </p:nvSpPr>
        <p:spPr>
          <a:xfrm>
            <a:off x="5308467"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15" name="Text 13"/>
          <p:cNvSpPr/>
          <p:nvPr/>
        </p:nvSpPr>
        <p:spPr>
          <a:xfrm>
            <a:off x="5241794" y="3080742"/>
            <a:ext cx="1708107" cy="188516"/>
          </a:xfrm>
          <a:prstGeom prst="rect">
            <a:avLst/>
          </a:prstGeom>
          <a:noFill/>
          <a:ln/>
        </p:spPr>
        <p:txBody>
          <a:bodyPr wrap="none" lIns="0" tIns="0" rIns="0" bIns="0" rtlCol="0" anchor="t"/>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Warehouse active?</a:t>
            </a:r>
            <a:endParaRPr lang="en-US" sz="1100" dirty="0"/>
          </a:p>
        </p:txBody>
      </p:sp>
      <p:sp>
        <p:nvSpPr>
          <p:cNvPr id="16" name="Shape 14"/>
          <p:cNvSpPr/>
          <p:nvPr/>
        </p:nvSpPr>
        <p:spPr>
          <a:xfrm rot="5400000">
            <a:off x="5968850" y="4140200"/>
            <a:ext cx="253994" cy="152400"/>
          </a:xfrm>
          <a:prstGeom prst="rightArrow">
            <a:avLst/>
          </a:prstGeom>
          <a:solidFill>
            <a:srgbClr val="5B6B7F"/>
          </a:solidFill>
          <a:ln/>
        </p:spPr>
        <p:txBody>
          <a:bodyPr/>
          <a:lstStyle/>
          <a:p>
            <a:endParaRPr lang="en-IN"/>
          </a:p>
        </p:txBody>
      </p:sp>
      <p:sp>
        <p:nvSpPr>
          <p:cNvPr id="17" name="Shape 15"/>
          <p:cNvSpPr/>
          <p:nvPr/>
        </p:nvSpPr>
        <p:spPr>
          <a:xfrm>
            <a:off x="5308467" y="4470400"/>
            <a:ext cx="1574761" cy="711200"/>
          </a:xfrm>
          <a:prstGeom prst="roundRect">
            <a:avLst>
              <a:gd name="adj" fmla="val 8571"/>
            </a:avLst>
          </a:prstGeom>
          <a:solidFill>
            <a:srgbClr val="D5DCE5"/>
          </a:solidFill>
          <a:ln/>
        </p:spPr>
        <p:txBody>
          <a:bodyPr/>
          <a:lstStyle/>
          <a:p>
            <a:endParaRPr lang="en-IN"/>
          </a:p>
        </p:txBody>
      </p:sp>
      <p:sp>
        <p:nvSpPr>
          <p:cNvPr id="18" name="Text 16"/>
          <p:cNvSpPr/>
          <p:nvPr/>
        </p:nvSpPr>
        <p:spPr>
          <a:xfrm>
            <a:off x="5079873"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409 Conflict</a:t>
            </a:r>
            <a:endParaRPr lang="en-US" sz="1100" dirty="0"/>
          </a:p>
        </p:txBody>
      </p:sp>
      <p:sp>
        <p:nvSpPr>
          <p:cNvPr id="19" name="Text 17"/>
          <p:cNvSpPr/>
          <p:nvPr/>
        </p:nvSpPr>
        <p:spPr>
          <a:xfrm>
            <a:off x="6232369"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No</a:t>
            </a:r>
            <a:endParaRPr lang="en-US" sz="1100" dirty="0"/>
          </a:p>
        </p:txBody>
      </p:sp>
      <p:sp>
        <p:nvSpPr>
          <p:cNvPr id="20" name="Shape 18"/>
          <p:cNvSpPr/>
          <p:nvPr/>
        </p:nvSpPr>
        <p:spPr>
          <a:xfrm>
            <a:off x="7188020" y="3098800"/>
            <a:ext cx="228594" cy="152400"/>
          </a:xfrm>
          <a:prstGeom prst="rightArrow">
            <a:avLst/>
          </a:prstGeom>
          <a:solidFill>
            <a:srgbClr val="5B6B7F"/>
          </a:solidFill>
          <a:ln/>
        </p:spPr>
        <p:txBody>
          <a:bodyPr/>
          <a:lstStyle/>
          <a:p>
            <a:endParaRPr lang="en-IN"/>
          </a:p>
        </p:txBody>
      </p:sp>
      <p:sp>
        <p:nvSpPr>
          <p:cNvPr id="21" name="Shape 19"/>
          <p:cNvSpPr/>
          <p:nvPr/>
        </p:nvSpPr>
        <p:spPr>
          <a:xfrm>
            <a:off x="7708707" y="2387600"/>
            <a:ext cx="1574761" cy="1574800"/>
          </a:xfrm>
          <a:prstGeom prst="diamond">
            <a:avLst/>
          </a:prstGeom>
          <a:solidFill>
            <a:srgbClr val="E9EEF4"/>
          </a:solidFill>
          <a:ln w="19050">
            <a:solidFill>
              <a:srgbClr val="1F3864"/>
            </a:solidFill>
            <a:prstDash val="solid"/>
          </a:ln>
        </p:spPr>
        <p:txBody>
          <a:bodyPr/>
          <a:lstStyle/>
          <a:p>
            <a:endParaRPr lang="en-IN"/>
          </a:p>
        </p:txBody>
      </p:sp>
      <p:sp>
        <p:nvSpPr>
          <p:cNvPr id="22" name="Text 20"/>
          <p:cNvSpPr/>
          <p:nvPr/>
        </p:nvSpPr>
        <p:spPr>
          <a:xfrm>
            <a:off x="7946826" y="2986484"/>
            <a:ext cx="1098523"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333F50"/>
                </a:solidFill>
                <a:latin typeface="Source Sans 3" pitchFamily="34" charset="0"/>
                <a:ea typeface="Source Sans 3" pitchFamily="34" charset="-122"/>
                <a:cs typeface="Source Sans 3" pitchFamily="34" charset="0"/>
              </a:rPr>
              <a:t>Stock at least quantity?</a:t>
            </a:r>
            <a:endParaRPr lang="en-US" sz="1100" dirty="0"/>
          </a:p>
        </p:txBody>
      </p:sp>
      <p:sp>
        <p:nvSpPr>
          <p:cNvPr id="23" name="Shape 21"/>
          <p:cNvSpPr/>
          <p:nvPr/>
        </p:nvSpPr>
        <p:spPr>
          <a:xfrm rot="5400000">
            <a:off x="8369090" y="4140200"/>
            <a:ext cx="253994" cy="152400"/>
          </a:xfrm>
          <a:prstGeom prst="rightArrow">
            <a:avLst/>
          </a:prstGeom>
          <a:solidFill>
            <a:srgbClr val="5B6B7F"/>
          </a:solidFill>
          <a:ln/>
        </p:spPr>
        <p:txBody>
          <a:bodyPr/>
          <a:lstStyle/>
          <a:p>
            <a:endParaRPr lang="en-IN"/>
          </a:p>
        </p:txBody>
      </p:sp>
      <p:sp>
        <p:nvSpPr>
          <p:cNvPr id="24" name="Shape 22"/>
          <p:cNvSpPr/>
          <p:nvPr/>
        </p:nvSpPr>
        <p:spPr>
          <a:xfrm>
            <a:off x="7708707" y="4470400"/>
            <a:ext cx="1574761" cy="711200"/>
          </a:xfrm>
          <a:prstGeom prst="roundRect">
            <a:avLst>
              <a:gd name="adj" fmla="val 8571"/>
            </a:avLst>
          </a:prstGeom>
          <a:solidFill>
            <a:srgbClr val="D5DCE5"/>
          </a:solidFill>
          <a:ln/>
        </p:spPr>
        <p:txBody>
          <a:bodyPr/>
          <a:lstStyle/>
          <a:p>
            <a:endParaRPr lang="en-IN"/>
          </a:p>
        </p:txBody>
      </p:sp>
      <p:sp>
        <p:nvSpPr>
          <p:cNvPr id="25" name="Text 23"/>
          <p:cNvSpPr/>
          <p:nvPr/>
        </p:nvSpPr>
        <p:spPr>
          <a:xfrm>
            <a:off x="7480113" y="4731742"/>
            <a:ext cx="2031949" cy="188516"/>
          </a:xfrm>
          <a:prstGeom prst="rect">
            <a:avLst/>
          </a:prstGeom>
          <a:noFill/>
          <a:ln/>
        </p:spPr>
        <p:txBody>
          <a:bodyPr wrap="none" lIns="0" tIns="0" rIns="0" bIns="0" rtlCol="0" anchor="t"/>
          <a:lstStyle/>
          <a:p>
            <a:pPr marL="0" indent="0" algn="ctr">
              <a:lnSpc>
                <a:spcPct val="112000"/>
              </a:lnSpc>
              <a:buNone/>
            </a:pPr>
            <a:r>
              <a:rPr lang="en-US" sz="1100" dirty="0">
                <a:solidFill>
                  <a:srgbClr val="000000"/>
                </a:solidFill>
                <a:latin typeface="Source Sans 3" pitchFamily="34" charset="0"/>
                <a:ea typeface="Source Sans 3" pitchFamily="34" charset="-122"/>
                <a:cs typeface="Source Sans 3" pitchFamily="34" charset="0"/>
              </a:rPr>
              <a:t>409 Insufficient stock</a:t>
            </a:r>
            <a:endParaRPr lang="en-US" sz="1100" dirty="0"/>
          </a:p>
        </p:txBody>
      </p:sp>
      <p:sp>
        <p:nvSpPr>
          <p:cNvPr id="26" name="Text 24"/>
          <p:cNvSpPr/>
          <p:nvPr/>
        </p:nvSpPr>
        <p:spPr>
          <a:xfrm>
            <a:off x="8632609" y="4020542"/>
            <a:ext cx="1047724" cy="188516"/>
          </a:xfrm>
          <a:prstGeom prst="rect">
            <a:avLst/>
          </a:prstGeom>
          <a:noFill/>
          <a:ln/>
        </p:spPr>
        <p:txBody>
          <a:bodyPr wrap="none" lIns="0" tIns="0" rIns="0" bIns="0" rtlCol="0" anchor="t"/>
          <a:lstStyle/>
          <a:p>
            <a:pPr marL="0" indent="0" algn="l">
              <a:lnSpc>
                <a:spcPct val="112000"/>
              </a:lnSpc>
              <a:buNone/>
            </a:pPr>
            <a:r>
              <a:rPr lang="en-US" sz="1100" dirty="0">
                <a:solidFill>
                  <a:srgbClr val="333F50"/>
                </a:solidFill>
                <a:latin typeface="Source Sans 3" pitchFamily="34" charset="0"/>
                <a:ea typeface="Source Sans 3" pitchFamily="34" charset="-122"/>
                <a:cs typeface="Source Sans 3" pitchFamily="34" charset="0"/>
              </a:rPr>
              <a:t>No</a:t>
            </a:r>
            <a:endParaRPr lang="en-US" sz="1100" dirty="0"/>
          </a:p>
        </p:txBody>
      </p:sp>
      <p:sp>
        <p:nvSpPr>
          <p:cNvPr id="27" name="Shape 25"/>
          <p:cNvSpPr/>
          <p:nvPr/>
        </p:nvSpPr>
        <p:spPr>
          <a:xfrm>
            <a:off x="9575560" y="3098800"/>
            <a:ext cx="228594" cy="152400"/>
          </a:xfrm>
          <a:prstGeom prst="rightArrow">
            <a:avLst/>
          </a:prstGeom>
          <a:solidFill>
            <a:srgbClr val="5B6B7F"/>
          </a:solidFill>
          <a:ln/>
        </p:spPr>
        <p:txBody>
          <a:bodyPr/>
          <a:lstStyle/>
          <a:p>
            <a:endParaRPr lang="en-IN"/>
          </a:p>
        </p:txBody>
      </p:sp>
      <p:sp>
        <p:nvSpPr>
          <p:cNvPr id="28" name="Shape 26"/>
          <p:cNvSpPr/>
          <p:nvPr/>
        </p:nvSpPr>
        <p:spPr>
          <a:xfrm>
            <a:off x="10108947" y="2641600"/>
            <a:ext cx="1574761" cy="1066800"/>
          </a:xfrm>
          <a:prstGeom prst="roundRect">
            <a:avLst>
              <a:gd name="adj" fmla="val 5714"/>
            </a:avLst>
          </a:prstGeom>
          <a:solidFill>
            <a:srgbClr val="5B6B7F"/>
          </a:solidFill>
          <a:ln/>
        </p:spPr>
        <p:txBody>
          <a:bodyPr/>
          <a:lstStyle/>
          <a:p>
            <a:endParaRPr lang="en-IN"/>
          </a:p>
        </p:txBody>
      </p:sp>
      <p:sp>
        <p:nvSpPr>
          <p:cNvPr id="29" name="Text 27"/>
          <p:cNvSpPr/>
          <p:nvPr/>
        </p:nvSpPr>
        <p:spPr>
          <a:xfrm>
            <a:off x="10210545" y="2986484"/>
            <a:ext cx="1371566"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FFFFFF"/>
                </a:solidFill>
                <a:latin typeface="Source Sans 3" pitchFamily="34" charset="0"/>
                <a:ea typeface="Source Sans 3" pitchFamily="34" charset="-122"/>
                <a:cs typeface="Source Sans 3" pitchFamily="34" charset="0"/>
              </a:rPr>
              <a:t>Decrease atomically; 200 OK</a:t>
            </a:r>
            <a:endParaRPr lang="en-US" sz="1100" dirty="0"/>
          </a:p>
        </p:txBody>
      </p:sp>
      <p:sp>
        <p:nvSpPr>
          <p:cNvPr id="30" name="Shape 28"/>
          <p:cNvSpPr/>
          <p:nvPr/>
        </p:nvSpPr>
        <p:spPr>
          <a:xfrm>
            <a:off x="507987" y="5588000"/>
            <a:ext cx="10180141" cy="558800"/>
          </a:xfrm>
          <a:prstGeom prst="roundRect">
            <a:avLst>
              <a:gd name="adj" fmla="val 10909"/>
            </a:avLst>
          </a:prstGeom>
          <a:solidFill>
            <a:srgbClr val="E9EEF4"/>
          </a:solidFill>
          <a:ln/>
        </p:spPr>
        <p:txBody>
          <a:bodyPr/>
          <a:lstStyle/>
          <a:p>
            <a:endParaRPr lang="en-IN"/>
          </a:p>
        </p:txBody>
      </p:sp>
      <p:sp>
        <p:nvSpPr>
          <p:cNvPr id="31" name="Text 29"/>
          <p:cNvSpPr/>
          <p:nvPr/>
        </p:nvSpPr>
        <p:spPr>
          <a:xfrm>
            <a:off x="634984" y="5773142"/>
            <a:ext cx="11531312" cy="188516"/>
          </a:xfrm>
          <a:prstGeom prst="rect">
            <a:avLst/>
          </a:prstGeom>
          <a:noFill/>
          <a:ln/>
        </p:spPr>
        <p:txBody>
          <a:bodyPr wrap="none" lIns="0" tIns="0" rIns="0" bIns="0" rtlCol="0" anchor="t"/>
          <a:lstStyle/>
          <a:p>
            <a:pPr marL="0" indent="0" algn="l">
              <a:lnSpc>
                <a:spcPct val="112000"/>
              </a:lnSpc>
              <a:buNone/>
            </a:pPr>
            <a:r>
              <a:rPr lang="en-US" sz="1100" dirty="0">
                <a:solidFill>
                  <a:srgbClr val="000000"/>
                </a:solidFill>
                <a:latin typeface="Source Sans 3" pitchFamily="34" charset="0"/>
                <a:ea typeface="Source Sans 3" pitchFamily="34" charset="-122"/>
                <a:cs typeface="Source Sans 3" pitchFamily="34" charset="0"/>
              </a:rPr>
              <a:t>Note: the same checks of positive quantity and active warehouse apply to increase.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Set vs increase vs decrease, with an illustrative example</a:t>
            </a:r>
            <a:endParaRPr lang="en-US" sz="2800" dirty="0"/>
          </a:p>
        </p:txBody>
      </p:sp>
      <p:sp>
        <p:nvSpPr>
          <p:cNvPr id="3" name="Text 1"/>
          <p:cNvSpPr/>
          <p:nvPr/>
        </p:nvSpPr>
        <p:spPr>
          <a:xfrm>
            <a:off x="609585" y="1332488"/>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ILLUSTRATIVE EXAMPLE, NOT PRODUCTION DATA</a:t>
            </a:r>
            <a:endParaRPr lang="en-US" sz="1300" dirty="0"/>
          </a:p>
        </p:txBody>
      </p:sp>
      <p:sp>
        <p:nvSpPr>
          <p:cNvPr id="4" name="Text 2"/>
          <p:cNvSpPr/>
          <p:nvPr/>
        </p:nvSpPr>
        <p:spPr>
          <a:xfrm>
            <a:off x="609585" y="1791196"/>
            <a:ext cx="10972526" cy="1095970"/>
          </a:xfrm>
          <a:prstGeom prst="rect">
            <a:avLst/>
          </a:prstGeom>
          <a:noFill/>
          <a:ln/>
        </p:spPr>
        <p:txBody>
          <a:bodyPr wrap="square" lIns="0" tIns="0" rIns="0" bIns="0" rtlCol="0" anchor="t"/>
          <a:lstStyle/>
          <a:p>
            <a:pPr marL="0" indent="0" algn="l">
              <a:lnSpc>
                <a:spcPct val="113000"/>
              </a:lnSpc>
              <a:spcAft>
                <a:spcPts val="2100"/>
              </a:spcAft>
              <a:buNone/>
            </a:pPr>
            <a:r>
              <a:rPr lang="en-US" sz="2400" dirty="0">
                <a:solidFill>
                  <a:srgbClr val="CC5400"/>
                </a:solidFill>
                <a:latin typeface="Source Sans 3" pitchFamily="34" charset="0"/>
                <a:ea typeface="Source Sans 3" pitchFamily="34" charset="-122"/>
                <a:cs typeface="Source Sans 3" pitchFamily="34" charset="0"/>
              </a:rPr>
              <a:t>40 → increase by 12 → 52 → decrease by 4 → 48</a:t>
            </a:r>
            <a:endParaRPr lang="en-US" sz="2400" dirty="0"/>
          </a:p>
          <a:p>
            <a:pPr marL="0" indent="0" algn="l">
              <a:lnSpc>
                <a:spcPct val="113000"/>
              </a:lnSpc>
              <a:buNone/>
            </a:pPr>
            <a:r>
              <a:rPr lang="en-US" sz="2400" dirty="0">
                <a:solidFill>
                  <a:srgbClr val="333F50"/>
                </a:solidFill>
                <a:latin typeface="Source Sans 3" pitchFamily="34" charset="0"/>
                <a:ea typeface="Source Sans 3" pitchFamily="34" charset="-122"/>
                <a:cs typeface="Source Sans 3" pitchFamily="34" charset="0"/>
              </a:rPr>
              <a:t>A set to 30 replaces the count regardless of its previous value.</a:t>
            </a:r>
            <a:endParaRPr lang="en-US" sz="24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09585" y="3160216"/>
          <a:ext cx="10972525" cy="2677650"/>
        </p:xfrm>
        <a:graphic>
          <a:graphicData uri="http://schemas.openxmlformats.org/drawingml/2006/table">
            <a:tbl>
              <a:tblPr/>
              <a:tblGrid>
                <a:gridCol w="4388931">
                  <a:extLst>
                    <a:ext uri="{9D8B030D-6E8A-4147-A177-3AD203B41FA5}">
                      <a16:colId xmlns:a16="http://schemas.microsoft.com/office/drawing/2014/main" val="20000"/>
                    </a:ext>
                  </a:extLst>
                </a:gridCol>
                <a:gridCol w="2743131">
                  <a:extLst>
                    <a:ext uri="{9D8B030D-6E8A-4147-A177-3AD203B41FA5}">
                      <a16:colId xmlns:a16="http://schemas.microsoft.com/office/drawing/2014/main" val="20001"/>
                    </a:ext>
                  </a:extLst>
                </a:gridCol>
                <a:gridCol w="3840463">
                  <a:extLst>
                    <a:ext uri="{9D8B030D-6E8A-4147-A177-3AD203B41FA5}">
                      <a16:colId xmlns:a16="http://schemas.microsoft.com/office/drawing/2014/main" val="20002"/>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Operation and intent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Valid quantity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Failure case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b="1" dirty="0">
                          <a:solidFill>
                            <a:srgbClr val="333F50"/>
                          </a:solidFill>
                          <a:latin typeface="Source Sans 3" pitchFamily="34" charset="0"/>
                          <a:ea typeface="Source Sans 3" pitchFamily="34" charset="-122"/>
                          <a:cs typeface="Source Sans 3" pitchFamily="34" charset="0"/>
                        </a:rPr>
                        <a:t>Set — replace count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0 or more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Negative quantity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b="1" dirty="0">
                          <a:solidFill>
                            <a:srgbClr val="333F50"/>
                          </a:solidFill>
                          <a:latin typeface="Source Sans 3" pitchFamily="34" charset="0"/>
                          <a:ea typeface="Source Sans 3" pitchFamily="34" charset="-122"/>
                          <a:cs typeface="Source Sans 3" pitchFamily="34" charset="0"/>
                        </a:rPr>
                        <a:t>Increase — add units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Greater than 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Non-positive amount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b="1" dirty="0">
                          <a:solidFill>
                            <a:srgbClr val="333F50"/>
                          </a:solidFill>
                          <a:latin typeface="Source Sans 3" pitchFamily="34" charset="0"/>
                          <a:ea typeface="Source Sans 3" pitchFamily="34" charset="-122"/>
                          <a:cs typeface="Source Sans 3" pitchFamily="34" charset="0"/>
                        </a:rPr>
                        <a:t>Decrease — remove units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Greater than 0</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Insufficient stock</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MONITOR</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GET /api/v1/inventory/low-stock</a:t>
            </a:r>
            <a:endParaRPr lang="en-US" sz="2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09585" y="2644676"/>
          <a:ext cx="10972526" cy="2003475"/>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Find records at or below a threshold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threshold; optional warehouseId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Comparison</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quantity less than or equal to threshold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609585" y="5939830"/>
            <a:ext cx="115821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A monitoring query. Automatic low-stock alerts are not implemented.</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4185" y="469583"/>
            <a:ext cx="116075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LOW-STOCK FLOW</a:t>
            </a:r>
            <a:endParaRPr lang="en-US" sz="1300" dirty="0"/>
          </a:p>
        </p:txBody>
      </p:sp>
      <p:sp>
        <p:nvSpPr>
          <p:cNvPr id="3" name="Text 1"/>
          <p:cNvSpPr/>
          <p:nvPr/>
        </p:nvSpPr>
        <p:spPr>
          <a:xfrm>
            <a:off x="584185" y="793975"/>
            <a:ext cx="11023324"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Low-stock results cover one warehouse or all, filtered by threshold</a:t>
            </a:r>
            <a:endParaRPr lang="en-US" sz="2800" dirty="0"/>
          </a:p>
        </p:txBody>
      </p:sp>
      <p:sp>
        <p:nvSpPr>
          <p:cNvPr id="4" name="Shape 2"/>
          <p:cNvSpPr/>
          <p:nvPr/>
        </p:nvSpPr>
        <p:spPr>
          <a:xfrm>
            <a:off x="2412940" y="3117850"/>
            <a:ext cx="444489" cy="114300"/>
          </a:xfrm>
          <a:prstGeom prst="rightArrow">
            <a:avLst/>
          </a:prstGeom>
          <a:solidFill>
            <a:srgbClr val="5B6B7F"/>
          </a:solidFill>
          <a:ln/>
        </p:spPr>
        <p:txBody>
          <a:bodyPr/>
          <a:lstStyle/>
          <a:p>
            <a:endParaRPr lang="en-IN"/>
          </a:p>
        </p:txBody>
      </p:sp>
      <p:sp>
        <p:nvSpPr>
          <p:cNvPr id="5" name="Shape 3"/>
          <p:cNvSpPr/>
          <p:nvPr/>
        </p:nvSpPr>
        <p:spPr>
          <a:xfrm>
            <a:off x="3809905" y="2228850"/>
            <a:ext cx="1650959" cy="114300"/>
          </a:xfrm>
          <a:prstGeom prst="rightArrow">
            <a:avLst/>
          </a:prstGeom>
          <a:solidFill>
            <a:srgbClr val="5B6B7F"/>
          </a:solidFill>
          <a:ln/>
        </p:spPr>
        <p:txBody>
          <a:bodyPr/>
          <a:lstStyle/>
          <a:p>
            <a:endParaRPr lang="en-IN"/>
          </a:p>
        </p:txBody>
      </p:sp>
      <p:sp>
        <p:nvSpPr>
          <p:cNvPr id="6" name="Shape 4"/>
          <p:cNvSpPr/>
          <p:nvPr/>
        </p:nvSpPr>
        <p:spPr>
          <a:xfrm rot="522000">
            <a:off x="3799685" y="4133850"/>
            <a:ext cx="1670008" cy="114300"/>
          </a:xfrm>
          <a:prstGeom prst="rightArrow">
            <a:avLst/>
          </a:prstGeom>
          <a:solidFill>
            <a:srgbClr val="5B6B7F"/>
          </a:solidFill>
          <a:ln/>
        </p:spPr>
        <p:txBody>
          <a:bodyPr/>
          <a:lstStyle/>
          <a:p>
            <a:endParaRPr lang="en-IN"/>
          </a:p>
        </p:txBody>
      </p:sp>
      <p:sp>
        <p:nvSpPr>
          <p:cNvPr id="7" name="Shape 5"/>
          <p:cNvSpPr/>
          <p:nvPr/>
        </p:nvSpPr>
        <p:spPr>
          <a:xfrm rot="738000">
            <a:off x="7603240" y="2387600"/>
            <a:ext cx="1494693" cy="114300"/>
          </a:xfrm>
          <a:prstGeom prst="rightArrow">
            <a:avLst/>
          </a:prstGeom>
          <a:solidFill>
            <a:srgbClr val="5B6B7F"/>
          </a:solidFill>
          <a:ln/>
        </p:spPr>
        <p:txBody>
          <a:bodyPr/>
          <a:lstStyle/>
          <a:p>
            <a:endParaRPr lang="en-IN"/>
          </a:p>
        </p:txBody>
      </p:sp>
      <p:sp>
        <p:nvSpPr>
          <p:cNvPr id="8" name="Shape 6"/>
          <p:cNvSpPr/>
          <p:nvPr/>
        </p:nvSpPr>
        <p:spPr>
          <a:xfrm rot="20316000">
            <a:off x="7566431" y="3975100"/>
            <a:ext cx="1568411" cy="114300"/>
          </a:xfrm>
          <a:prstGeom prst="rightArrow">
            <a:avLst/>
          </a:prstGeom>
          <a:solidFill>
            <a:srgbClr val="5B6B7F"/>
          </a:solidFill>
          <a:ln/>
        </p:spPr>
        <p:txBody>
          <a:bodyPr/>
          <a:lstStyle/>
          <a:p>
            <a:endParaRPr lang="en-IN"/>
          </a:p>
        </p:txBody>
      </p:sp>
      <p:sp>
        <p:nvSpPr>
          <p:cNvPr id="9" name="Shape 7"/>
          <p:cNvSpPr/>
          <p:nvPr/>
        </p:nvSpPr>
        <p:spPr>
          <a:xfrm>
            <a:off x="9905752" y="3117850"/>
            <a:ext cx="380990" cy="114300"/>
          </a:xfrm>
          <a:prstGeom prst="rightArrow">
            <a:avLst/>
          </a:prstGeom>
          <a:solidFill>
            <a:srgbClr val="5B6B7F"/>
          </a:solidFill>
          <a:ln/>
        </p:spPr>
        <p:txBody>
          <a:bodyPr/>
          <a:lstStyle/>
          <a:p>
            <a:endParaRPr lang="en-IN"/>
          </a:p>
        </p:txBody>
      </p:sp>
      <p:sp>
        <p:nvSpPr>
          <p:cNvPr id="10" name="Shape 8"/>
          <p:cNvSpPr/>
          <p:nvPr/>
        </p:nvSpPr>
        <p:spPr>
          <a:xfrm>
            <a:off x="507987" y="2730500"/>
            <a:ext cx="1904952" cy="889000"/>
          </a:xfrm>
          <a:prstGeom prst="roundRect">
            <a:avLst/>
          </a:prstGeom>
          <a:solidFill>
            <a:srgbClr val="E9EEF5"/>
          </a:solidFill>
          <a:ln w="15875">
            <a:solidFill>
              <a:srgbClr val="1F3A5F"/>
            </a:solidFill>
            <a:prstDash val="solid"/>
          </a:ln>
        </p:spPr>
        <p:txBody>
          <a:bodyPr/>
          <a:lstStyle/>
          <a:p>
            <a:endParaRPr lang="en-IN"/>
          </a:p>
        </p:txBody>
      </p:sp>
      <p:sp>
        <p:nvSpPr>
          <p:cNvPr id="11" name="Text 9"/>
          <p:cNvSpPr/>
          <p:nvPr/>
        </p:nvSpPr>
        <p:spPr>
          <a:xfrm>
            <a:off x="546086" y="2969320"/>
            <a:ext cx="1828754"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Threshold, optional warehouseId</a:t>
            </a:r>
            <a:endParaRPr lang="en-US" sz="1200" dirty="0"/>
          </a:p>
        </p:txBody>
      </p:sp>
      <p:sp>
        <p:nvSpPr>
          <p:cNvPr id="12" name="Shape 10"/>
          <p:cNvSpPr/>
          <p:nvPr/>
        </p:nvSpPr>
        <p:spPr>
          <a:xfrm>
            <a:off x="2857429" y="2286000"/>
            <a:ext cx="1904952" cy="1778000"/>
          </a:xfrm>
          <a:prstGeom prst="diamond">
            <a:avLst/>
          </a:prstGeom>
          <a:solidFill>
            <a:srgbClr val="D6DEE9"/>
          </a:solidFill>
          <a:ln w="15875">
            <a:solidFill>
              <a:srgbClr val="1F3A5F"/>
            </a:solidFill>
            <a:prstDash val="solid"/>
          </a:ln>
        </p:spPr>
        <p:txBody>
          <a:bodyPr/>
          <a:lstStyle/>
          <a:p>
            <a:endParaRPr lang="en-IN"/>
          </a:p>
        </p:txBody>
      </p:sp>
      <p:sp>
        <p:nvSpPr>
          <p:cNvPr id="13" name="Text 11"/>
          <p:cNvSpPr/>
          <p:nvPr/>
        </p:nvSpPr>
        <p:spPr>
          <a:xfrm>
            <a:off x="2819329" y="3072110"/>
            <a:ext cx="1981150"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warehouseId given?</a:t>
            </a:r>
            <a:endParaRPr lang="en-US" sz="1200" dirty="0"/>
          </a:p>
        </p:txBody>
      </p:sp>
      <p:sp>
        <p:nvSpPr>
          <p:cNvPr id="14" name="Shape 12"/>
          <p:cNvSpPr/>
          <p:nvPr/>
        </p:nvSpPr>
        <p:spPr>
          <a:xfrm>
            <a:off x="5460863" y="1905000"/>
            <a:ext cx="2158946" cy="762000"/>
          </a:xfrm>
          <a:prstGeom prst="roundRect">
            <a:avLst/>
          </a:prstGeom>
          <a:solidFill>
            <a:srgbClr val="E9EEF5"/>
          </a:solidFill>
          <a:ln w="15875">
            <a:solidFill>
              <a:srgbClr val="1F3A5F"/>
            </a:solidFill>
            <a:prstDash val="solid"/>
          </a:ln>
        </p:spPr>
        <p:txBody>
          <a:bodyPr/>
          <a:lstStyle/>
          <a:p>
            <a:endParaRPr lang="en-IN"/>
          </a:p>
        </p:txBody>
      </p:sp>
      <p:sp>
        <p:nvSpPr>
          <p:cNvPr id="15" name="Text 13"/>
          <p:cNvSpPr/>
          <p:nvPr/>
        </p:nvSpPr>
        <p:spPr>
          <a:xfrm>
            <a:off x="5194170" y="2183110"/>
            <a:ext cx="2692333"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Limit to that warehouse</a:t>
            </a:r>
            <a:endParaRPr lang="en-US" sz="1200" dirty="0"/>
          </a:p>
        </p:txBody>
      </p:sp>
      <p:sp>
        <p:nvSpPr>
          <p:cNvPr id="16" name="Shape 14"/>
          <p:cNvSpPr/>
          <p:nvPr/>
        </p:nvSpPr>
        <p:spPr>
          <a:xfrm>
            <a:off x="5460863" y="3937000"/>
            <a:ext cx="2158946" cy="762000"/>
          </a:xfrm>
          <a:prstGeom prst="roundRect">
            <a:avLst/>
          </a:prstGeom>
          <a:solidFill>
            <a:srgbClr val="E9EEF5"/>
          </a:solidFill>
          <a:ln w="15875">
            <a:solidFill>
              <a:srgbClr val="1F3A5F"/>
            </a:solidFill>
            <a:prstDash val="solid"/>
          </a:ln>
        </p:spPr>
        <p:txBody>
          <a:bodyPr/>
          <a:lstStyle/>
          <a:p>
            <a:endParaRPr lang="en-IN"/>
          </a:p>
        </p:txBody>
      </p:sp>
      <p:sp>
        <p:nvSpPr>
          <p:cNvPr id="17" name="Text 15"/>
          <p:cNvSpPr/>
          <p:nvPr/>
        </p:nvSpPr>
        <p:spPr>
          <a:xfrm>
            <a:off x="5194170" y="4215110"/>
            <a:ext cx="2692333" cy="205680"/>
          </a:xfrm>
          <a:prstGeom prst="rect">
            <a:avLst/>
          </a:prstGeom>
          <a:noFill/>
          <a:ln/>
        </p:spPr>
        <p:txBody>
          <a:bodyPr wrap="none" lIns="0" tIns="0" rIns="0" bIns="0" rtlCol="0" anchor="t"/>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All warehouses</a:t>
            </a:r>
            <a:endParaRPr lang="en-US" sz="1200" dirty="0"/>
          </a:p>
        </p:txBody>
      </p:sp>
      <p:sp>
        <p:nvSpPr>
          <p:cNvPr id="18" name="Shape 16"/>
          <p:cNvSpPr/>
          <p:nvPr/>
        </p:nvSpPr>
        <p:spPr>
          <a:xfrm>
            <a:off x="8254793" y="2603500"/>
            <a:ext cx="1650959" cy="1143000"/>
          </a:xfrm>
          <a:prstGeom prst="roundRect">
            <a:avLst/>
          </a:prstGeom>
          <a:solidFill>
            <a:srgbClr val="E9EEF5"/>
          </a:solidFill>
          <a:ln w="15875">
            <a:solidFill>
              <a:srgbClr val="1F3A5F"/>
            </a:solidFill>
            <a:prstDash val="solid"/>
          </a:ln>
        </p:spPr>
        <p:txBody>
          <a:bodyPr/>
          <a:lstStyle/>
          <a:p>
            <a:endParaRPr lang="en-IN"/>
          </a:p>
        </p:txBody>
      </p:sp>
      <p:sp>
        <p:nvSpPr>
          <p:cNvPr id="19" name="Text 17"/>
          <p:cNvSpPr/>
          <p:nvPr/>
        </p:nvSpPr>
        <p:spPr>
          <a:xfrm>
            <a:off x="8292893" y="2866430"/>
            <a:ext cx="1574761" cy="61704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Keep records where quantity is less than or equal to threshold</a:t>
            </a:r>
            <a:endParaRPr lang="en-US" sz="1200" dirty="0"/>
          </a:p>
        </p:txBody>
      </p:sp>
      <p:sp>
        <p:nvSpPr>
          <p:cNvPr id="20" name="Shape 18"/>
          <p:cNvSpPr/>
          <p:nvPr/>
        </p:nvSpPr>
        <p:spPr>
          <a:xfrm>
            <a:off x="10286743" y="2730500"/>
            <a:ext cx="1523962" cy="889000"/>
          </a:xfrm>
          <a:prstGeom prst="roundRect">
            <a:avLst/>
          </a:prstGeom>
          <a:solidFill>
            <a:srgbClr val="DCE3ED"/>
          </a:solidFill>
          <a:ln w="15875">
            <a:solidFill>
              <a:srgbClr val="1F3A5F"/>
            </a:solidFill>
            <a:prstDash val="solid"/>
          </a:ln>
        </p:spPr>
        <p:txBody>
          <a:bodyPr/>
          <a:lstStyle/>
          <a:p>
            <a:endParaRPr lang="en-IN"/>
          </a:p>
        </p:txBody>
      </p:sp>
      <p:sp>
        <p:nvSpPr>
          <p:cNvPr id="21" name="Text 19"/>
          <p:cNvSpPr/>
          <p:nvPr/>
        </p:nvSpPr>
        <p:spPr>
          <a:xfrm>
            <a:off x="10324842" y="2969320"/>
            <a:ext cx="1447764" cy="411361"/>
          </a:xfrm>
          <a:prstGeom prst="rect">
            <a:avLst/>
          </a:prstGeom>
          <a:noFill/>
          <a:ln/>
        </p:spPr>
        <p:txBody>
          <a:bodyPr wrap="square" lIns="0" tIns="0" rIns="0" bIns="0" rtlCol="0" anchor="t">
            <a:normAutofit/>
          </a:bodyPr>
          <a:lstStyle/>
          <a:p>
            <a:pPr marL="0" indent="0" algn="ctr">
              <a:lnSpc>
                <a:spcPct val="113000"/>
              </a:lnSpc>
              <a:buNone/>
            </a:pPr>
            <a:r>
              <a:rPr lang="en-US" sz="1200" dirty="0">
                <a:solidFill>
                  <a:srgbClr val="333F50"/>
                </a:solidFill>
                <a:latin typeface="Source Sans 3" pitchFamily="34" charset="0"/>
                <a:ea typeface="Source Sans 3" pitchFamily="34" charset="-122"/>
                <a:cs typeface="Source Sans 3" pitchFamily="34" charset="0"/>
              </a:rPr>
              <a:t>200 with matching records</a:t>
            </a:r>
            <a:endParaRPr lang="en-US" sz="1200" dirty="0"/>
          </a:p>
        </p:txBody>
      </p:sp>
      <p:sp>
        <p:nvSpPr>
          <p:cNvPr id="22" name="Text 20"/>
          <p:cNvSpPr/>
          <p:nvPr/>
        </p:nvSpPr>
        <p:spPr>
          <a:xfrm>
            <a:off x="4756031" y="21082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yes</a:t>
            </a:r>
            <a:endParaRPr lang="en-US" sz="1400" dirty="0"/>
          </a:p>
        </p:txBody>
      </p:sp>
      <p:sp>
        <p:nvSpPr>
          <p:cNvPr id="23" name="Text 21"/>
          <p:cNvSpPr/>
          <p:nvPr/>
        </p:nvSpPr>
        <p:spPr>
          <a:xfrm>
            <a:off x="4756031" y="4191000"/>
            <a:ext cx="927077"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a:t>
            </a:r>
            <a:endParaRPr lang="en-US" sz="1400" dirty="0"/>
          </a:p>
        </p:txBody>
      </p:sp>
      <p:sp>
        <p:nvSpPr>
          <p:cNvPr id="24" name="Text 22"/>
          <p:cNvSpPr/>
          <p:nvPr/>
        </p:nvSpPr>
        <p:spPr>
          <a:xfrm>
            <a:off x="584185" y="5816600"/>
            <a:ext cx="116075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No automatic alerts are implemented.</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INVENTORY · DELETE</a:t>
            </a:r>
            <a:endParaRPr lang="en-US" sz="1300" dirty="0"/>
          </a:p>
        </p:txBody>
      </p:sp>
      <p:sp>
        <p:nvSpPr>
          <p:cNvPr id="3" name="Text 1"/>
          <p:cNvSpPr/>
          <p:nvPr/>
        </p:nvSpPr>
        <p:spPr>
          <a:xfrm>
            <a:off x="609585" y="946375"/>
            <a:ext cx="10972526" cy="4215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artian Mono Bold" pitchFamily="34" charset="0"/>
                <a:ea typeface="Martian Mono Bold" pitchFamily="34" charset="-122"/>
                <a:cs typeface="Martian Mono Bold" pitchFamily="34" charset="0"/>
              </a:rPr>
              <a:t>DELETE /api/v1/inventory/{inventoryId}</a:t>
            </a:r>
            <a:endParaRPr lang="en-US" sz="28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609585" y="2346325"/>
          <a:ext cx="10972526" cy="2677650"/>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Purpose</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Delete one inventory record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Input</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Path variable inventoryId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67417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Success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204 with no body</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655125">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Errors</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 if not found</a:t>
                      </a:r>
                      <a:endParaRPr lang="en-US" sz="2400" dirty="0">
                        <a:latin typeface="Source Sans 3" charset="0"/>
                        <a:ea typeface="Source Sans 3" charset="0"/>
                        <a:cs typeface="Source Sans 3" charset="0"/>
                      </a:endParaRPr>
                    </a:p>
                  </a:txBody>
                  <a:tcPr marL="228594" marR="228594" marT="121917" marB="121917"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09585" y="6017320"/>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The no-body success response is an exception to the JSON envelope pattern.</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CONTRACT FAILURES</a:t>
            </a:r>
            <a:endParaRPr lang="en-US" sz="1300" dirty="0"/>
          </a:p>
        </p:txBody>
      </p:sp>
      <p:sp>
        <p:nvSpPr>
          <p:cNvPr id="3" name="Text 1"/>
          <p:cNvSpPr/>
          <p:nvPr/>
        </p:nvSpPr>
        <p:spPr>
          <a:xfrm>
            <a:off x="609585" y="2716633"/>
            <a:ext cx="10972526" cy="521196"/>
          </a:xfrm>
          <a:prstGeom prst="rect">
            <a:avLst/>
          </a:prstGeom>
          <a:noFill/>
          <a:ln/>
        </p:spPr>
        <p:txBody>
          <a:bodyPr wrap="none" lIns="0" tIns="0" rIns="0" bIns="0" rtlCol="0" anchor="t"/>
          <a:lstStyle/>
          <a:p>
            <a:pPr marL="0" indent="0" algn="l">
              <a:lnSpc>
                <a:spcPct val="90000"/>
              </a:lnSpc>
              <a:buNone/>
            </a:pPr>
            <a:r>
              <a:rPr lang="en-US" sz="3800" kern="100" spc="-38" dirty="0">
                <a:solidFill>
                  <a:srgbClr val="1F2A44"/>
                </a:solidFill>
                <a:latin typeface="Merriweather" pitchFamily="34" charset="0"/>
                <a:ea typeface="Merriweather" pitchFamily="34" charset="-122"/>
                <a:cs typeface="Merriweather" pitchFamily="34" charset="0"/>
              </a:rPr>
              <a:t>Error handling and validation</a:t>
            </a:r>
            <a:endParaRPr lang="en-US" sz="3800" dirty="0"/>
          </a:p>
        </p:txBody>
      </p:sp>
      <p:sp>
        <p:nvSpPr>
          <p:cNvPr id="4" name="Text 2"/>
          <p:cNvSpPr/>
          <p:nvPr/>
        </p:nvSpPr>
        <p:spPr>
          <a:xfrm>
            <a:off x="609585" y="3501926"/>
            <a:ext cx="11582110" cy="411460"/>
          </a:xfrm>
          <a:prstGeom prst="rect">
            <a:avLst/>
          </a:prstGeom>
          <a:noFill/>
          <a:ln/>
        </p:spPr>
        <p:txBody>
          <a:bodyPr wrap="none" lIns="0" tIns="0" rIns="0" bIns="0" rtlCol="0" anchor="t"/>
          <a:lstStyle/>
          <a:p>
            <a:pPr marL="0" indent="0" algn="l">
              <a:lnSpc>
                <a:spcPct val="113000"/>
              </a:lnSpc>
              <a:buNone/>
            </a:pPr>
            <a:r>
              <a:rPr lang="en-US" sz="2400" dirty="0">
                <a:solidFill>
                  <a:srgbClr val="333F50"/>
                </a:solidFill>
                <a:latin typeface="Source Sans 3" pitchFamily="34" charset="0"/>
                <a:ea typeface="Source Sans 3" pitchFamily="34" charset="-122"/>
                <a:cs typeface="Source Sans 3" pitchFamily="34" charset="0"/>
              </a:rPr>
              <a:t>Reject invalid input. Explain the outcome consistently.</a:t>
            </a:r>
            <a:endParaRPr lang="en-US" sz="2400" dirty="0"/>
          </a:p>
        </p:txBody>
      </p:sp>
      <p:sp>
        <p:nvSpPr>
          <p:cNvPr id="5" name="Shape 3"/>
          <p:cNvSpPr/>
          <p:nvPr/>
        </p:nvSpPr>
        <p:spPr>
          <a:xfrm>
            <a:off x="609585" y="4262636"/>
            <a:ext cx="3620798" cy="38100"/>
          </a:xfrm>
          <a:prstGeom prst="roundRect">
            <a:avLst>
              <a:gd name="adj" fmla="val 49999"/>
            </a:avLst>
          </a:prstGeom>
          <a:solidFill>
            <a:srgbClr val="2878FF"/>
          </a:solidFill>
          <a:ln/>
        </p:spPr>
        <p:txBody>
          <a:bodyPr/>
          <a:lstStyle/>
          <a:p>
            <a:endParaRPr lang="en-I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HTTP status codes in use</a:t>
            </a:r>
            <a:endParaRPr lang="en-US" sz="28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609585" y="1320105"/>
          <a:ext cx="5410064" cy="3464335"/>
        </p:xfrm>
        <a:graphic>
          <a:graphicData uri="http://schemas.openxmlformats.org/drawingml/2006/table">
            <a:tbl>
              <a:tblPr/>
              <a:tblGrid>
                <a:gridCol w="1028277">
                  <a:extLst>
                    <a:ext uri="{9D8B030D-6E8A-4147-A177-3AD203B41FA5}">
                      <a16:colId xmlns:a16="http://schemas.microsoft.com/office/drawing/2014/main" val="20000"/>
                    </a:ext>
                  </a:extLst>
                </a:gridCol>
                <a:gridCol w="4381787">
                  <a:extLst>
                    <a:ext uri="{9D8B030D-6E8A-4147-A177-3AD203B41FA5}">
                      <a16:colId xmlns:a16="http://schemas.microsoft.com/office/drawing/2014/main" val="20001"/>
                    </a:ext>
                  </a:extLst>
                </a:gridCol>
              </a:tblGrid>
              <a:tr h="532097">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Status</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Use</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200</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Read, update, import, delete</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201</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Create</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204</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Inventory deleted; no body</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133594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400</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Malformed request; invalid pagination, unsupported search value, invalid stock quantity</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63" name="Table 1"/>
          <p:cNvGraphicFramePr>
            <a:graphicFrameLocks noGrp="1"/>
          </p:cNvGraphicFramePr>
          <p:nvPr>
            <p:extLst>
              <p:ext uri="{D42A27DB-BD31-4B8C-83A1-F6EECF244321}">
                <p14:modId xmlns:p14="http://schemas.microsoft.com/office/powerpoint/2010/main" val="1579011935"/>
              </p:ext>
            </p:extLst>
          </p:nvPr>
        </p:nvGraphicFramePr>
        <p:xfrm>
          <a:off x="6172046" y="1320105"/>
          <a:ext cx="5410064" cy="3996432"/>
        </p:xfrm>
        <a:graphic>
          <a:graphicData uri="http://schemas.openxmlformats.org/drawingml/2006/table">
            <a:tbl>
              <a:tblPr/>
              <a:tblGrid>
                <a:gridCol w="1028277">
                  <a:extLst>
                    <a:ext uri="{9D8B030D-6E8A-4147-A177-3AD203B41FA5}">
                      <a16:colId xmlns:a16="http://schemas.microsoft.com/office/drawing/2014/main" val="20000"/>
                    </a:ext>
                  </a:extLst>
                </a:gridCol>
                <a:gridCol w="4381787">
                  <a:extLst>
                    <a:ext uri="{9D8B030D-6E8A-4147-A177-3AD203B41FA5}">
                      <a16:colId xmlns:a16="http://schemas.microsoft.com/office/drawing/2014/main" val="20001"/>
                    </a:ext>
                  </a:extLst>
                </a:gridCol>
              </a:tblGrid>
              <a:tr h="532097">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Status</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1F2A44"/>
                          </a:solidFill>
                          <a:latin typeface="Source Sans 3" pitchFamily="34" charset="0"/>
                          <a:ea typeface="Source Sans 3" pitchFamily="34" charset="-122"/>
                          <a:cs typeface="Source Sans 3" pitchFamily="34" charset="0"/>
                        </a:rPr>
                        <a:t>Use</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0"/>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404</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Not found</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1"/>
                  </a:ext>
                </a:extLst>
              </a:tr>
              <a:tr h="13549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409</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Duplicate SKU or code; inactive warehouse; duplicate inventory; insufficient stock</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2"/>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422</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Business validation failures</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3"/>
                  </a:ext>
                </a:extLst>
              </a:tr>
              <a:tr h="53209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503</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Database unavailable</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89B5FF"/>
                      </a:solidFill>
                      <a:prstDash val="solid"/>
                      <a:round/>
                      <a:headEnd type="none" w="med" len="med"/>
                      <a:tailEnd type="none" w="med" len="med"/>
                    </a:lnB>
                  </a:tcPr>
                </a:tc>
                <a:extLst>
                  <a:ext uri="{0D108BD9-81ED-4DB2-BD59-A6C34878D82A}">
                    <a16:rowId xmlns:a16="http://schemas.microsoft.com/office/drawing/2014/main" val="10004"/>
                  </a:ext>
                </a:extLst>
              </a:tr>
              <a:tr h="513047">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500</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l">
                        <a:buNone/>
                      </a:pPr>
                      <a:r>
                        <a:rPr lang="en-US" sz="2400" dirty="0">
                          <a:solidFill>
                            <a:srgbClr val="333F50"/>
                          </a:solidFill>
                          <a:latin typeface="Source Sans 3" pitchFamily="34" charset="0"/>
                          <a:ea typeface="Source Sans 3" pitchFamily="34" charset="-122"/>
                          <a:cs typeface="Source Sans 3" pitchFamily="34" charset="0"/>
                        </a:rPr>
                        <a:t>Unexpected error</a:t>
                      </a:r>
                      <a:endParaRPr lang="en-US" sz="2400" dirty="0">
                        <a:latin typeface="Source Sans 3" charset="0"/>
                        <a:ea typeface="Source Sans 3" charset="0"/>
                        <a:cs typeface="Source Sans 3" charset="0"/>
                      </a:endParaRPr>
                    </a:p>
                  </a:txBody>
                  <a:tcPr marL="101598" marR="101598" marT="50799" marB="50799"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89B5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VERIFICATION</a:t>
            </a:r>
            <a:endParaRPr lang="en-US" sz="1300" dirty="0"/>
          </a:p>
        </p:txBody>
      </p:sp>
      <p:sp>
        <p:nvSpPr>
          <p:cNvPr id="3" name="Text 1"/>
          <p:cNvSpPr/>
          <p:nvPr/>
        </p:nvSpPr>
        <p:spPr>
          <a:xfrm>
            <a:off x="609585" y="2716633"/>
            <a:ext cx="10972526" cy="521196"/>
          </a:xfrm>
          <a:prstGeom prst="rect">
            <a:avLst/>
          </a:prstGeom>
          <a:noFill/>
          <a:ln/>
        </p:spPr>
        <p:txBody>
          <a:bodyPr wrap="none" lIns="0" tIns="0" rIns="0" bIns="0" rtlCol="0" anchor="t"/>
          <a:lstStyle/>
          <a:p>
            <a:pPr marL="0" indent="0" algn="l">
              <a:lnSpc>
                <a:spcPct val="90000"/>
              </a:lnSpc>
              <a:buNone/>
            </a:pPr>
            <a:r>
              <a:rPr lang="en-US" sz="3800" kern="100" spc="-38" dirty="0">
                <a:solidFill>
                  <a:srgbClr val="1F2A44"/>
                </a:solidFill>
                <a:latin typeface="Merriweather" pitchFamily="34" charset="0"/>
                <a:ea typeface="Merriweather" pitchFamily="34" charset="-122"/>
                <a:cs typeface="Merriweather" pitchFamily="34" charset="0"/>
              </a:rPr>
              <a:t>Testing and code quality</a:t>
            </a:r>
            <a:endParaRPr lang="en-US" sz="3800" dirty="0"/>
          </a:p>
        </p:txBody>
      </p:sp>
      <p:sp>
        <p:nvSpPr>
          <p:cNvPr id="4" name="Text 2"/>
          <p:cNvSpPr/>
          <p:nvPr/>
        </p:nvSpPr>
        <p:spPr>
          <a:xfrm>
            <a:off x="609585" y="3501926"/>
            <a:ext cx="11582110" cy="411460"/>
          </a:xfrm>
          <a:prstGeom prst="rect">
            <a:avLst/>
          </a:prstGeom>
          <a:noFill/>
          <a:ln/>
        </p:spPr>
        <p:txBody>
          <a:bodyPr wrap="none" lIns="0" tIns="0" rIns="0" bIns="0" rtlCol="0" anchor="t"/>
          <a:lstStyle/>
          <a:p>
            <a:pPr marL="0" indent="0" algn="l">
              <a:lnSpc>
                <a:spcPct val="113000"/>
              </a:lnSpc>
              <a:buNone/>
            </a:pPr>
            <a:r>
              <a:rPr lang="en-US" sz="2400" dirty="0">
                <a:solidFill>
                  <a:srgbClr val="333F50"/>
                </a:solidFill>
                <a:latin typeface="Source Sans 3" pitchFamily="34" charset="0"/>
                <a:ea typeface="Source Sans 3" pitchFamily="34" charset="-122"/>
                <a:cs typeface="Source Sans 3" pitchFamily="34" charset="0"/>
              </a:rPr>
              <a:t>Check routes, logic, and failure paths.</a:t>
            </a:r>
            <a:endParaRPr lang="en-US" sz="2400" dirty="0"/>
          </a:p>
        </p:txBody>
      </p:sp>
      <p:sp>
        <p:nvSpPr>
          <p:cNvPr id="5" name="Shape 3"/>
          <p:cNvSpPr/>
          <p:nvPr/>
        </p:nvSpPr>
        <p:spPr>
          <a:xfrm>
            <a:off x="609585" y="4262636"/>
            <a:ext cx="3620798" cy="38100"/>
          </a:xfrm>
          <a:prstGeom prst="roundRect">
            <a:avLst>
              <a:gd name="adj" fmla="val 49999"/>
            </a:avLst>
          </a:prstGeom>
          <a:solidFill>
            <a:srgbClr val="2878FF"/>
          </a:solidFill>
          <a:ln/>
        </p:spPr>
        <p:txBody>
          <a:bodyPr/>
          <a:lstStyle/>
          <a:p>
            <a:endParaRPr lang="en-I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Test categories and their purpose</a:t>
            </a:r>
            <a:endParaRPr lang="en-US" sz="2800" dirty="0"/>
          </a:p>
        </p:txBody>
      </p:sp>
      <p:sp>
        <p:nvSpPr>
          <p:cNvPr id="3" name="Shape 1"/>
          <p:cNvSpPr/>
          <p:nvPr/>
        </p:nvSpPr>
        <p:spPr>
          <a:xfrm>
            <a:off x="609585" y="2654102"/>
            <a:ext cx="3352716" cy="1727696"/>
          </a:xfrm>
          <a:prstGeom prst="roundRect">
            <a:avLst>
              <a:gd name="adj" fmla="val 882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4" name="Text 2"/>
          <p:cNvSpPr/>
          <p:nvPr/>
        </p:nvSpPr>
        <p:spPr>
          <a:xfrm>
            <a:off x="857229" y="2916992"/>
            <a:ext cx="285742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Unit</a:t>
            </a:r>
            <a:endParaRPr lang="en-US" sz="2400" dirty="0"/>
          </a:p>
        </p:txBody>
      </p:sp>
      <p:sp>
        <p:nvSpPr>
          <p:cNvPr id="5" name="Text 3"/>
          <p:cNvSpPr/>
          <p:nvPr/>
        </p:nvSpPr>
        <p:spPr>
          <a:xfrm>
            <a:off x="857229" y="3517007"/>
            <a:ext cx="3105072"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Exercise logic in isolation.</a:t>
            </a:r>
            <a:endParaRPr lang="en-US" sz="1800" dirty="0"/>
          </a:p>
        </p:txBody>
      </p:sp>
      <p:sp>
        <p:nvSpPr>
          <p:cNvPr id="6" name="Shape 4"/>
          <p:cNvSpPr/>
          <p:nvPr/>
        </p:nvSpPr>
        <p:spPr>
          <a:xfrm>
            <a:off x="4419489" y="2654102"/>
            <a:ext cx="3352716" cy="1727696"/>
          </a:xfrm>
          <a:prstGeom prst="roundRect">
            <a:avLst>
              <a:gd name="adj" fmla="val 882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7" name="Text 5"/>
          <p:cNvSpPr/>
          <p:nvPr/>
        </p:nvSpPr>
        <p:spPr>
          <a:xfrm>
            <a:off x="4667133" y="2916992"/>
            <a:ext cx="285742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MVC</a:t>
            </a:r>
            <a:endParaRPr lang="en-US" sz="2400" dirty="0"/>
          </a:p>
        </p:txBody>
      </p:sp>
      <p:sp>
        <p:nvSpPr>
          <p:cNvPr id="8" name="Text 6"/>
          <p:cNvSpPr/>
          <p:nvPr/>
        </p:nvSpPr>
        <p:spPr>
          <a:xfrm>
            <a:off x="4667133" y="3517007"/>
            <a:ext cx="2857429"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Verify routes, status codes, and serialization.</a:t>
            </a:r>
            <a:endParaRPr lang="en-US" sz="1800" dirty="0"/>
          </a:p>
        </p:txBody>
      </p:sp>
      <p:sp>
        <p:nvSpPr>
          <p:cNvPr id="9" name="Shape 7"/>
          <p:cNvSpPr/>
          <p:nvPr/>
        </p:nvSpPr>
        <p:spPr>
          <a:xfrm>
            <a:off x="8229394" y="2654102"/>
            <a:ext cx="3352716" cy="1727696"/>
          </a:xfrm>
          <a:prstGeom prst="roundRect">
            <a:avLst>
              <a:gd name="adj" fmla="val 882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0" name="Text 8"/>
          <p:cNvSpPr/>
          <p:nvPr/>
        </p:nvSpPr>
        <p:spPr>
          <a:xfrm>
            <a:off x="8477038" y="2916992"/>
            <a:ext cx="285742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Service</a:t>
            </a:r>
            <a:endParaRPr lang="en-US" sz="2400" dirty="0"/>
          </a:p>
        </p:txBody>
      </p:sp>
      <p:sp>
        <p:nvSpPr>
          <p:cNvPr id="11" name="Text 9"/>
          <p:cNvSpPr/>
          <p:nvPr/>
        </p:nvSpPr>
        <p:spPr>
          <a:xfrm>
            <a:off x="8477038" y="3517007"/>
            <a:ext cx="2857429"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Check business rules and exception paths.</a:t>
            </a:r>
            <a:endParaRPr lang="en-US" sz="1800" dirty="0"/>
          </a:p>
        </p:txBody>
      </p:sp>
      <p:sp>
        <p:nvSpPr>
          <p:cNvPr id="12" name="Text 10"/>
          <p:cNvSpPr/>
          <p:nvPr/>
        </p:nvSpPr>
        <p:spPr>
          <a:xfrm>
            <a:off x="609585" y="6017419"/>
            <a:ext cx="11582110"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6B7280"/>
                </a:solidFill>
                <a:latin typeface="Source Sans 3" pitchFamily="34" charset="0"/>
                <a:ea typeface="Source Sans 3" pitchFamily="34" charset="-122"/>
                <a:cs typeface="Source Sans 3" pitchFamily="34" charset="0"/>
              </a:rPr>
              <a:t>Positive, negative, and boundary cases fit the validation limits. List only categories present in the test folder; no counts or coverage figures.</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Running tests and coverage</a:t>
            </a:r>
            <a:endParaRPr lang="en-US" sz="2800" dirty="0"/>
          </a:p>
        </p:txBody>
      </p:sp>
      <p:sp>
        <p:nvSpPr>
          <p:cNvPr id="3" name="Text 1"/>
          <p:cNvSpPr/>
          <p:nvPr/>
        </p:nvSpPr>
        <p:spPr>
          <a:xfrm>
            <a:off x="609585" y="1320105"/>
            <a:ext cx="969244" cy="304800"/>
          </a:xfrm>
          <a:prstGeom prst="rect">
            <a:avLst/>
          </a:prstGeom>
          <a:noFill/>
          <a:ln/>
        </p:spPr>
        <p:txBody>
          <a:bodyPr wrap="none" lIns="0" tIns="0" rIns="0" bIns="0" rtlCol="0" anchor="t"/>
          <a:lstStyle/>
          <a:p>
            <a:pPr marL="0" indent="0" algn="l">
              <a:lnSpc>
                <a:spcPct val="83000"/>
              </a:lnSpc>
              <a:buNone/>
            </a:pPr>
            <a:r>
              <a:rPr lang="en-US" sz="2400" dirty="0">
                <a:solidFill>
                  <a:srgbClr val="2561C7"/>
                </a:solidFill>
                <a:latin typeface="Merriweather SemiBold" pitchFamily="34" charset="0"/>
                <a:ea typeface="Merriweather SemiBold" pitchFamily="34" charset="-122"/>
                <a:cs typeface="Merriweather SemiBold" pitchFamily="34" charset="0"/>
              </a:rPr>
              <a:t>01</a:t>
            </a:r>
            <a:endParaRPr lang="en-US" sz="2400" dirty="0"/>
          </a:p>
        </p:txBody>
      </p:sp>
      <p:sp>
        <p:nvSpPr>
          <p:cNvPr id="4" name="Shape 2"/>
          <p:cNvSpPr/>
          <p:nvPr/>
        </p:nvSpPr>
        <p:spPr>
          <a:xfrm>
            <a:off x="609585" y="1746845"/>
            <a:ext cx="5257668" cy="19050"/>
          </a:xfrm>
          <a:prstGeom prst="rect">
            <a:avLst/>
          </a:prstGeom>
          <a:solidFill>
            <a:srgbClr val="2878FF"/>
          </a:solidFill>
          <a:ln/>
        </p:spPr>
        <p:txBody>
          <a:bodyPr/>
          <a:lstStyle/>
          <a:p>
            <a:endParaRPr lang="en-IN"/>
          </a:p>
        </p:txBody>
      </p:sp>
      <p:sp>
        <p:nvSpPr>
          <p:cNvPr id="5" name="Text 3"/>
          <p:cNvSpPr/>
          <p:nvPr/>
        </p:nvSpPr>
        <p:spPr>
          <a:xfrm>
            <a:off x="609585" y="1963995"/>
            <a:ext cx="5257668"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Run the suite</a:t>
            </a:r>
            <a:endParaRPr lang="en-US" sz="2400" dirty="0"/>
          </a:p>
        </p:txBody>
      </p:sp>
      <p:sp>
        <p:nvSpPr>
          <p:cNvPr id="6" name="Text 4"/>
          <p:cNvSpPr/>
          <p:nvPr/>
        </p:nvSpPr>
        <p:spPr>
          <a:xfrm>
            <a:off x="609585" y="2564011"/>
            <a:ext cx="5257668" cy="430510"/>
          </a:xfrm>
          <a:prstGeom prst="rect">
            <a:avLst/>
          </a:prstGeom>
          <a:noFill/>
          <a:ln/>
        </p:spPr>
        <p:txBody>
          <a:bodyPr wrap="none" lIns="0" tIns="0" rIns="0" bIns="0" rtlCol="0" anchor="t"/>
          <a:lstStyle/>
          <a:p>
            <a:pPr marL="0" indent="0" algn="l">
              <a:lnSpc>
                <a:spcPct val="113000"/>
              </a:lnSpc>
              <a:buNone/>
            </a:pPr>
            <a:r>
              <a:rPr lang="en-US" sz="2400" dirty="0">
                <a:solidFill>
                  <a:srgbClr val="333F50"/>
                </a:solidFill>
                <a:highlight>
                  <a:srgbClr val="F2F4F7"/>
                </a:highlight>
                <a:latin typeface="Consolas" pitchFamily="34" charset="0"/>
                <a:ea typeface="Consolas" pitchFamily="34" charset="-122"/>
                <a:cs typeface="Consolas" pitchFamily="34" charset="0"/>
              </a:rPr>
              <a:t>gradlew test</a:t>
            </a:r>
            <a:endParaRPr lang="en-US" sz="2400" dirty="0"/>
          </a:p>
        </p:txBody>
      </p:sp>
      <p:sp>
        <p:nvSpPr>
          <p:cNvPr id="7" name="Text 5"/>
          <p:cNvSpPr/>
          <p:nvPr/>
        </p:nvSpPr>
        <p:spPr>
          <a:xfrm>
            <a:off x="6324442" y="1320105"/>
            <a:ext cx="969244" cy="304800"/>
          </a:xfrm>
          <a:prstGeom prst="rect">
            <a:avLst/>
          </a:prstGeom>
          <a:noFill/>
          <a:ln/>
        </p:spPr>
        <p:txBody>
          <a:bodyPr wrap="none" lIns="0" tIns="0" rIns="0" bIns="0" rtlCol="0" anchor="t"/>
          <a:lstStyle/>
          <a:p>
            <a:pPr marL="0" indent="0" algn="l">
              <a:lnSpc>
                <a:spcPct val="83000"/>
              </a:lnSpc>
              <a:buNone/>
            </a:pPr>
            <a:r>
              <a:rPr lang="en-US" sz="2400" dirty="0">
                <a:solidFill>
                  <a:srgbClr val="2561C7"/>
                </a:solidFill>
                <a:latin typeface="Merriweather SemiBold" pitchFamily="34" charset="0"/>
                <a:ea typeface="Merriweather SemiBold" pitchFamily="34" charset="-122"/>
                <a:cs typeface="Merriweather SemiBold" pitchFamily="34" charset="0"/>
              </a:rPr>
              <a:t>02</a:t>
            </a:r>
            <a:endParaRPr lang="en-US" sz="2400" dirty="0"/>
          </a:p>
        </p:txBody>
      </p:sp>
      <p:sp>
        <p:nvSpPr>
          <p:cNvPr id="8" name="Shape 6"/>
          <p:cNvSpPr/>
          <p:nvPr/>
        </p:nvSpPr>
        <p:spPr>
          <a:xfrm>
            <a:off x="6324442" y="1746845"/>
            <a:ext cx="5257668" cy="19050"/>
          </a:xfrm>
          <a:prstGeom prst="rect">
            <a:avLst/>
          </a:prstGeom>
          <a:solidFill>
            <a:srgbClr val="2878FF"/>
          </a:solidFill>
          <a:ln/>
        </p:spPr>
        <p:txBody>
          <a:bodyPr/>
          <a:lstStyle/>
          <a:p>
            <a:endParaRPr lang="en-IN"/>
          </a:p>
        </p:txBody>
      </p:sp>
      <p:sp>
        <p:nvSpPr>
          <p:cNvPr id="9" name="Text 7"/>
          <p:cNvSpPr/>
          <p:nvPr/>
        </p:nvSpPr>
        <p:spPr>
          <a:xfrm>
            <a:off x="6324442" y="1963995"/>
            <a:ext cx="5257668"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Build the report</a:t>
            </a:r>
            <a:endParaRPr lang="en-US" sz="2400" dirty="0"/>
          </a:p>
        </p:txBody>
      </p:sp>
      <p:sp>
        <p:nvSpPr>
          <p:cNvPr id="10" name="Text 8"/>
          <p:cNvSpPr/>
          <p:nvPr/>
        </p:nvSpPr>
        <p:spPr>
          <a:xfrm>
            <a:off x="6324442" y="2564011"/>
            <a:ext cx="5257668" cy="430510"/>
          </a:xfrm>
          <a:prstGeom prst="rect">
            <a:avLst/>
          </a:prstGeom>
          <a:noFill/>
          <a:ln/>
        </p:spPr>
        <p:txBody>
          <a:bodyPr wrap="none" lIns="0" tIns="0" rIns="0" bIns="0" rtlCol="0" anchor="t"/>
          <a:lstStyle/>
          <a:p>
            <a:pPr marL="0" indent="0" algn="l">
              <a:lnSpc>
                <a:spcPct val="113000"/>
              </a:lnSpc>
              <a:buNone/>
            </a:pPr>
            <a:r>
              <a:rPr lang="en-US" sz="2400" dirty="0">
                <a:solidFill>
                  <a:srgbClr val="333F50"/>
                </a:solidFill>
                <a:highlight>
                  <a:srgbClr val="F2F4F7"/>
                </a:highlight>
                <a:latin typeface="Consolas" pitchFamily="34" charset="0"/>
                <a:ea typeface="Consolas" pitchFamily="34" charset="-122"/>
                <a:cs typeface="Consolas" pitchFamily="34" charset="0"/>
              </a:rPr>
              <a:t>gradlew jacocoTestReport</a:t>
            </a:r>
            <a:endParaRPr lang="en-US" sz="2400" dirty="0"/>
          </a:p>
        </p:txBody>
      </p:sp>
      <p:sp>
        <p:nvSpPr>
          <p:cNvPr id="11" name="Text 9"/>
          <p:cNvSpPr/>
          <p:nvPr/>
        </p:nvSpPr>
        <p:spPr>
          <a:xfrm>
            <a:off x="6324442" y="3172321"/>
            <a:ext cx="5257668"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JaCoCo 0.8.13</a:t>
            </a:r>
            <a:endParaRPr lang="en-US" sz="1800" dirty="0"/>
          </a:p>
        </p:txBody>
      </p:sp>
      <p:sp>
        <p:nvSpPr>
          <p:cNvPr id="12" name="Text 10"/>
          <p:cNvSpPr/>
          <p:nvPr/>
        </p:nvSpPr>
        <p:spPr>
          <a:xfrm>
            <a:off x="609585" y="5468422"/>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HTML REPORT</a:t>
            </a:r>
            <a:endParaRPr lang="en-US" sz="1300" dirty="0"/>
          </a:p>
        </p:txBody>
      </p:sp>
      <p:sp>
        <p:nvSpPr>
          <p:cNvPr id="13" name="Text 11"/>
          <p:cNvSpPr/>
          <p:nvPr/>
        </p:nvSpPr>
        <p:spPr>
          <a:xfrm>
            <a:off x="609585" y="5927130"/>
            <a:ext cx="11582110" cy="3212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highlight>
                  <a:srgbClr val="F2F4F7"/>
                </a:highlight>
                <a:latin typeface="Consolas" pitchFamily="34" charset="0"/>
                <a:ea typeface="Consolas" pitchFamily="34" charset="-122"/>
                <a:cs typeface="Consolas" pitchFamily="34" charset="0"/>
              </a:rPr>
              <a:t>build/reports/jacoco/test/html/index.html</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783" y="497509"/>
            <a:ext cx="10769331"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End-to-end workflow</a:t>
            </a:r>
            <a:endParaRPr lang="en-US" sz="2800" dirty="0"/>
          </a:p>
        </p:txBody>
      </p:sp>
      <p:sp>
        <p:nvSpPr>
          <p:cNvPr id="3" name="Shape 1"/>
          <p:cNvSpPr/>
          <p:nvPr/>
        </p:nvSpPr>
        <p:spPr>
          <a:xfrm>
            <a:off x="3644809" y="2413000"/>
            <a:ext cx="507987" cy="317500"/>
          </a:xfrm>
          <a:prstGeom prst="rightArrow">
            <a:avLst/>
          </a:prstGeom>
          <a:solidFill>
            <a:srgbClr val="2878FF"/>
          </a:solidFill>
          <a:ln/>
        </p:spPr>
        <p:txBody>
          <a:bodyPr/>
          <a:lstStyle/>
          <a:p>
            <a:endParaRPr lang="en-IN"/>
          </a:p>
        </p:txBody>
      </p:sp>
      <p:sp>
        <p:nvSpPr>
          <p:cNvPr id="4" name="Shape 2"/>
          <p:cNvSpPr/>
          <p:nvPr/>
        </p:nvSpPr>
        <p:spPr>
          <a:xfrm>
            <a:off x="7378515" y="2413000"/>
            <a:ext cx="507987" cy="317500"/>
          </a:xfrm>
          <a:prstGeom prst="rightArrow">
            <a:avLst/>
          </a:prstGeom>
          <a:solidFill>
            <a:srgbClr val="2878FF"/>
          </a:solidFill>
          <a:ln/>
        </p:spPr>
        <p:txBody>
          <a:bodyPr/>
          <a:lstStyle/>
          <a:p>
            <a:endParaRPr lang="en-IN"/>
          </a:p>
        </p:txBody>
      </p:sp>
      <p:sp>
        <p:nvSpPr>
          <p:cNvPr id="5" name="Shape 3"/>
          <p:cNvSpPr/>
          <p:nvPr/>
        </p:nvSpPr>
        <p:spPr>
          <a:xfrm>
            <a:off x="3644809" y="4533900"/>
            <a:ext cx="507987" cy="317500"/>
          </a:xfrm>
          <a:prstGeom prst="rightArrow">
            <a:avLst/>
          </a:prstGeom>
          <a:solidFill>
            <a:srgbClr val="2878FF"/>
          </a:solidFill>
          <a:ln/>
        </p:spPr>
        <p:txBody>
          <a:bodyPr/>
          <a:lstStyle/>
          <a:p>
            <a:endParaRPr lang="en-IN"/>
          </a:p>
        </p:txBody>
      </p:sp>
      <p:sp>
        <p:nvSpPr>
          <p:cNvPr id="6" name="Shape 4"/>
          <p:cNvSpPr/>
          <p:nvPr/>
        </p:nvSpPr>
        <p:spPr>
          <a:xfrm>
            <a:off x="7378515" y="4533900"/>
            <a:ext cx="507987" cy="317500"/>
          </a:xfrm>
          <a:prstGeom prst="rightArrow">
            <a:avLst/>
          </a:prstGeom>
          <a:solidFill>
            <a:srgbClr val="2878FF"/>
          </a:solidFill>
          <a:ln/>
        </p:spPr>
        <p:txBody>
          <a:bodyPr/>
          <a:lstStyle/>
          <a:p>
            <a:endParaRPr lang="en-IN"/>
          </a:p>
        </p:txBody>
      </p:sp>
      <p:sp>
        <p:nvSpPr>
          <p:cNvPr id="7" name="Shape 5"/>
          <p:cNvSpPr/>
          <p:nvPr/>
        </p:nvSpPr>
        <p:spPr>
          <a:xfrm>
            <a:off x="609585" y="1651000"/>
            <a:ext cx="2984425"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8" name="Text 6"/>
          <p:cNvSpPr/>
          <p:nvPr/>
        </p:nvSpPr>
        <p:spPr>
          <a:xfrm>
            <a:off x="857229" y="1911350"/>
            <a:ext cx="2489138"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Product</a:t>
            </a:r>
            <a:endParaRPr lang="en-US" sz="2000" dirty="0"/>
          </a:p>
        </p:txBody>
      </p:sp>
      <p:sp>
        <p:nvSpPr>
          <p:cNvPr id="9" name="Text 7"/>
          <p:cNvSpPr/>
          <p:nvPr/>
        </p:nvSpPr>
        <p:spPr>
          <a:xfrm>
            <a:off x="857229" y="2447925"/>
            <a:ext cx="3098722"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Create or retrieve</a:t>
            </a:r>
            <a:endParaRPr lang="en-US" sz="1800" dirty="0"/>
          </a:p>
        </p:txBody>
      </p:sp>
      <p:sp>
        <p:nvSpPr>
          <p:cNvPr id="10" name="Shape 8"/>
          <p:cNvSpPr/>
          <p:nvPr/>
        </p:nvSpPr>
        <p:spPr>
          <a:xfrm>
            <a:off x="4279793" y="1651000"/>
            <a:ext cx="2984425"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1" name="Text 9"/>
          <p:cNvSpPr/>
          <p:nvPr/>
        </p:nvSpPr>
        <p:spPr>
          <a:xfrm>
            <a:off x="4527437" y="1911350"/>
            <a:ext cx="2489138"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Warehouse</a:t>
            </a:r>
            <a:endParaRPr lang="en-US" sz="2000" dirty="0"/>
          </a:p>
        </p:txBody>
      </p:sp>
      <p:sp>
        <p:nvSpPr>
          <p:cNvPr id="12" name="Text 10"/>
          <p:cNvSpPr/>
          <p:nvPr/>
        </p:nvSpPr>
        <p:spPr>
          <a:xfrm>
            <a:off x="4527437" y="2447925"/>
            <a:ext cx="3098722"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Create or retrieve</a:t>
            </a:r>
            <a:endParaRPr lang="en-US" sz="1800" dirty="0"/>
          </a:p>
        </p:txBody>
      </p:sp>
      <p:sp>
        <p:nvSpPr>
          <p:cNvPr id="13" name="Shape 11"/>
          <p:cNvSpPr/>
          <p:nvPr/>
        </p:nvSpPr>
        <p:spPr>
          <a:xfrm>
            <a:off x="8089698" y="1651000"/>
            <a:ext cx="3492413"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4" name="Text 12"/>
          <p:cNvSpPr/>
          <p:nvPr/>
        </p:nvSpPr>
        <p:spPr>
          <a:xfrm>
            <a:off x="8337341" y="1911350"/>
            <a:ext cx="2997125"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Inventory</a:t>
            </a:r>
            <a:endParaRPr lang="en-US" sz="2000" dirty="0"/>
          </a:p>
        </p:txBody>
      </p:sp>
      <p:sp>
        <p:nvSpPr>
          <p:cNvPr id="15" name="Text 13"/>
          <p:cNvSpPr/>
          <p:nvPr/>
        </p:nvSpPr>
        <p:spPr>
          <a:xfrm>
            <a:off x="8337341" y="2447925"/>
            <a:ext cx="36067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Link both; get by ID</a:t>
            </a:r>
            <a:endParaRPr lang="en-US" sz="1800" dirty="0"/>
          </a:p>
        </p:txBody>
      </p:sp>
      <p:sp>
        <p:nvSpPr>
          <p:cNvPr id="16" name="Shape 14"/>
          <p:cNvSpPr/>
          <p:nvPr/>
        </p:nvSpPr>
        <p:spPr>
          <a:xfrm>
            <a:off x="609585" y="3810000"/>
            <a:ext cx="2984425"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17" name="Text 15"/>
          <p:cNvSpPr/>
          <p:nvPr/>
        </p:nvSpPr>
        <p:spPr>
          <a:xfrm>
            <a:off x="857229" y="4070350"/>
            <a:ext cx="2489138"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Inspect stock</a:t>
            </a:r>
            <a:endParaRPr lang="en-US" sz="2000" dirty="0"/>
          </a:p>
        </p:txBody>
      </p:sp>
      <p:sp>
        <p:nvSpPr>
          <p:cNvPr id="18" name="Text 16"/>
          <p:cNvSpPr/>
          <p:nvPr/>
        </p:nvSpPr>
        <p:spPr>
          <a:xfrm>
            <a:off x="857229" y="4606925"/>
            <a:ext cx="2489138"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By product and warehouse</a:t>
            </a:r>
            <a:endParaRPr lang="en-US" sz="1800" dirty="0"/>
          </a:p>
        </p:txBody>
      </p:sp>
      <p:sp>
        <p:nvSpPr>
          <p:cNvPr id="19" name="Shape 17"/>
          <p:cNvSpPr/>
          <p:nvPr/>
        </p:nvSpPr>
        <p:spPr>
          <a:xfrm>
            <a:off x="4279793" y="3810000"/>
            <a:ext cx="2984425"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20" name="Text 18"/>
          <p:cNvSpPr/>
          <p:nvPr/>
        </p:nvSpPr>
        <p:spPr>
          <a:xfrm>
            <a:off x="4527437" y="4070350"/>
            <a:ext cx="2489138"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Adjust stock</a:t>
            </a:r>
            <a:endParaRPr lang="en-US" sz="2000" dirty="0"/>
          </a:p>
        </p:txBody>
      </p:sp>
      <p:sp>
        <p:nvSpPr>
          <p:cNvPr id="21" name="Text 19"/>
          <p:cNvSpPr/>
          <p:nvPr/>
        </p:nvSpPr>
        <p:spPr>
          <a:xfrm>
            <a:off x="4527437" y="4606925"/>
            <a:ext cx="3098722"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Increase, then decrease</a:t>
            </a:r>
            <a:endParaRPr lang="en-US" sz="1800" dirty="0"/>
          </a:p>
        </p:txBody>
      </p:sp>
      <p:sp>
        <p:nvSpPr>
          <p:cNvPr id="22" name="Shape 20"/>
          <p:cNvSpPr/>
          <p:nvPr/>
        </p:nvSpPr>
        <p:spPr>
          <a:xfrm>
            <a:off x="8089698" y="3810000"/>
            <a:ext cx="3492413" cy="1778000"/>
          </a:xfrm>
          <a:prstGeom prst="roundRect">
            <a:avLst>
              <a:gd name="adj" fmla="val 8571"/>
            </a:avLst>
          </a:prstGeom>
          <a:solidFill>
            <a:srgbClr val="F2F4F7"/>
          </a:solidFill>
          <a:ln w="19050">
            <a:solidFill>
              <a:srgbClr val="2878FF"/>
            </a:solidFill>
            <a:prstDash val="solid"/>
          </a:ln>
          <a:effectLst>
            <a:outerShdw blurRad="201930" dist="127" dir="16200000" algn="bl" rotWithShape="0">
              <a:srgbClr val="2878FF">
                <a:alpha val="40000"/>
              </a:srgbClr>
            </a:outerShdw>
          </a:effectLst>
        </p:spPr>
        <p:txBody>
          <a:bodyPr/>
          <a:lstStyle/>
          <a:p>
            <a:endParaRPr lang="en-IN"/>
          </a:p>
        </p:txBody>
      </p:sp>
      <p:sp>
        <p:nvSpPr>
          <p:cNvPr id="23" name="Text 21"/>
          <p:cNvSpPr/>
          <p:nvPr/>
        </p:nvSpPr>
        <p:spPr>
          <a:xfrm>
            <a:off x="8337341" y="4070350"/>
            <a:ext cx="2997125"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333F50"/>
                </a:solidFill>
                <a:latin typeface="Lexend Medium" pitchFamily="34" charset="0"/>
                <a:ea typeface="Lexend Medium" pitchFamily="34" charset="-122"/>
                <a:cs typeface="Lexend Medium" pitchFamily="34" charset="0"/>
              </a:rPr>
              <a:t>Monitor</a:t>
            </a:r>
            <a:endParaRPr lang="en-US" sz="2000" dirty="0"/>
          </a:p>
        </p:txBody>
      </p:sp>
      <p:sp>
        <p:nvSpPr>
          <p:cNvPr id="24" name="Text 22"/>
          <p:cNvSpPr/>
          <p:nvPr/>
        </p:nvSpPr>
        <p:spPr>
          <a:xfrm>
            <a:off x="8337341" y="4606925"/>
            <a:ext cx="3606710"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Query low-stock records</a:t>
            </a:r>
            <a:endParaRPr lang="en-US" sz="1800" dirty="0"/>
          </a:p>
        </p:txBody>
      </p:sp>
      <p:sp>
        <p:nvSpPr>
          <p:cNvPr id="25" name="Text 23"/>
          <p:cNvSpPr/>
          <p:nvPr/>
        </p:nvSpPr>
        <p:spPr>
          <a:xfrm>
            <a:off x="685783" y="6007100"/>
            <a:ext cx="11429714" cy="308570"/>
          </a:xfrm>
          <a:prstGeom prst="rect">
            <a:avLst/>
          </a:prstGeom>
          <a:noFill/>
          <a:ln/>
        </p:spPr>
        <p:txBody>
          <a:bodyPr wrap="none" lIns="0" tIns="0" rIns="0" bIns="0" rtlCol="0" anchor="t"/>
          <a:lstStyle/>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Search and bulk operations branch off wherever applicable.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1F4E79"/>
                </a:solidFill>
                <a:latin typeface="Lexend Medium" pitchFamily="34" charset="0"/>
                <a:ea typeface="Lexend Medium" pitchFamily="34" charset="-122"/>
                <a:cs typeface="Lexend Medium" pitchFamily="34" charset="0"/>
              </a:rPr>
              <a:t>PROPOSED, NOT IMPLEMENTED</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marL="0" indent="0" algn="l">
              <a:lnSpc>
                <a:spcPct val="96000"/>
              </a:lnSpc>
              <a:buNone/>
            </a:pPr>
            <a:r>
              <a:rPr lang="en-US" sz="2800" b="1" kern="100" spc="-14" dirty="0">
                <a:solidFill>
                  <a:srgbClr val="1F2A44"/>
                </a:solidFill>
                <a:latin typeface="Merriweather Bold" pitchFamily="34" charset="0"/>
                <a:ea typeface="Merriweather Bold" pitchFamily="34" charset="-122"/>
                <a:cs typeface="Merriweather Bold" pitchFamily="34" charset="0"/>
              </a:rPr>
              <a:t>Future enhancements (proposed, not implemented)</a:t>
            </a:r>
            <a:endParaRPr lang="en-US" sz="2800" dirty="0"/>
          </a:p>
        </p:txBody>
      </p:sp>
      <p:sp>
        <p:nvSpPr>
          <p:cNvPr id="4" name="Shape 2"/>
          <p:cNvSpPr/>
          <p:nvPr/>
        </p:nvSpPr>
        <p:spPr>
          <a:xfrm>
            <a:off x="609585" y="1641971"/>
            <a:ext cx="5257668" cy="38100"/>
          </a:xfrm>
          <a:prstGeom prst="rect">
            <a:avLst/>
          </a:prstGeom>
          <a:solidFill>
            <a:srgbClr val="2878FF"/>
          </a:solidFill>
          <a:ln/>
        </p:spPr>
        <p:txBody>
          <a:bodyPr/>
          <a:lstStyle/>
          <a:p>
            <a:endParaRPr lang="en-IN"/>
          </a:p>
        </p:txBody>
      </p:sp>
      <p:sp>
        <p:nvSpPr>
          <p:cNvPr id="5" name="Text 3"/>
          <p:cNvSpPr/>
          <p:nvPr/>
        </p:nvSpPr>
        <p:spPr>
          <a:xfrm>
            <a:off x="838179" y="1923911"/>
            <a:ext cx="4800480"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Access and operations</a:t>
            </a:r>
            <a:endParaRPr lang="en-US" sz="2400" dirty="0"/>
          </a:p>
        </p:txBody>
      </p:sp>
      <p:sp>
        <p:nvSpPr>
          <p:cNvPr id="6" name="Text 4"/>
          <p:cNvSpPr/>
          <p:nvPr/>
        </p:nvSpPr>
        <p:spPr>
          <a:xfrm>
            <a:off x="838179" y="2523927"/>
            <a:ext cx="4800480" cy="794941"/>
          </a:xfrm>
          <a:prstGeom prst="rect">
            <a:avLst/>
          </a:prstGeom>
          <a:noFill/>
          <a:ln/>
        </p:spPr>
        <p:txBody>
          <a:bodyPr wrap="square" lIns="0" tIns="0" rIns="0" bIns="0" rtlCol="0" anchor="t"/>
          <a:lstStyle/>
          <a:p>
            <a:pPr marL="0" indent="0" algn="l">
              <a:lnSpc>
                <a:spcPct val="113000"/>
              </a:lnSpc>
              <a:spcAft>
                <a:spcPts val="1350"/>
              </a:spcAft>
              <a:buNone/>
            </a:pPr>
            <a:r>
              <a:rPr lang="en-US" sz="1800" dirty="0">
                <a:solidFill>
                  <a:srgbClr val="333F50"/>
                </a:solidFill>
                <a:latin typeface="Source Sans 3" pitchFamily="34" charset="0"/>
                <a:ea typeface="Source Sans 3" pitchFamily="34" charset="-122"/>
                <a:cs typeface="Source Sans 3" pitchFamily="34" charset="0"/>
              </a:rPr>
              <a:t>Authentication and role-based access.</a:t>
            </a:r>
            <a:endParaRPr lang="en-US" sz="1800" dirty="0"/>
          </a:p>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Deployment pipeline and monitoring.</a:t>
            </a:r>
            <a:endParaRPr lang="en-US" sz="1800" dirty="0"/>
          </a:p>
        </p:txBody>
      </p:sp>
      <p:sp>
        <p:nvSpPr>
          <p:cNvPr id="7" name="Shape 5"/>
          <p:cNvSpPr/>
          <p:nvPr/>
        </p:nvSpPr>
        <p:spPr>
          <a:xfrm>
            <a:off x="6324442" y="1641971"/>
            <a:ext cx="5257668" cy="38100"/>
          </a:xfrm>
          <a:prstGeom prst="rect">
            <a:avLst/>
          </a:prstGeom>
          <a:solidFill>
            <a:srgbClr val="2878FF"/>
          </a:solidFill>
          <a:ln/>
        </p:spPr>
        <p:txBody>
          <a:bodyPr/>
          <a:lstStyle/>
          <a:p>
            <a:endParaRPr lang="en-IN"/>
          </a:p>
        </p:txBody>
      </p:sp>
      <p:sp>
        <p:nvSpPr>
          <p:cNvPr id="8" name="Text 6"/>
          <p:cNvSpPr/>
          <p:nvPr/>
        </p:nvSpPr>
        <p:spPr>
          <a:xfrm>
            <a:off x="6553036" y="1923911"/>
            <a:ext cx="4800480"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333F50"/>
                </a:solidFill>
                <a:latin typeface="Lexend Medium" pitchFamily="34" charset="0"/>
                <a:ea typeface="Lexend Medium" pitchFamily="34" charset="-122"/>
                <a:cs typeface="Lexend Medium" pitchFamily="34" charset="0"/>
              </a:rPr>
              <a:t>Stock intelligence</a:t>
            </a:r>
            <a:endParaRPr lang="en-US" sz="2400" dirty="0"/>
          </a:p>
        </p:txBody>
      </p:sp>
      <p:sp>
        <p:nvSpPr>
          <p:cNvPr id="9" name="Text 7"/>
          <p:cNvSpPr/>
          <p:nvPr/>
        </p:nvSpPr>
        <p:spPr>
          <a:xfrm>
            <a:off x="6553036" y="2523927"/>
            <a:ext cx="4800480" cy="1281311"/>
          </a:xfrm>
          <a:prstGeom prst="rect">
            <a:avLst/>
          </a:prstGeom>
          <a:noFill/>
          <a:ln/>
        </p:spPr>
        <p:txBody>
          <a:bodyPr wrap="square" lIns="0" tIns="0" rIns="0" bIns="0" rtlCol="0" anchor="t"/>
          <a:lstStyle/>
          <a:p>
            <a:pPr marL="0" indent="0" algn="l">
              <a:lnSpc>
                <a:spcPct val="113000"/>
              </a:lnSpc>
              <a:spcAft>
                <a:spcPts val="1350"/>
              </a:spcAft>
              <a:buNone/>
            </a:pPr>
            <a:r>
              <a:rPr lang="en-US" sz="1800" dirty="0">
                <a:solidFill>
                  <a:srgbClr val="333F50"/>
                </a:solidFill>
                <a:latin typeface="Source Sans 3" pitchFamily="34" charset="0"/>
                <a:ea typeface="Source Sans 3" pitchFamily="34" charset="-122"/>
                <a:cs typeface="Source Sans 3" pitchFamily="34" charset="0"/>
              </a:rPr>
              <a:t>Low-stock notifications.</a:t>
            </a:r>
            <a:endParaRPr lang="en-US" sz="1800" dirty="0"/>
          </a:p>
          <a:p>
            <a:pPr marL="0" indent="0" algn="l">
              <a:lnSpc>
                <a:spcPct val="113000"/>
              </a:lnSpc>
              <a:spcAft>
                <a:spcPts val="1350"/>
              </a:spcAft>
              <a:buNone/>
            </a:pPr>
            <a:r>
              <a:rPr lang="en-US" sz="1800" dirty="0">
                <a:solidFill>
                  <a:srgbClr val="333F50"/>
                </a:solidFill>
                <a:latin typeface="Source Sans 3" pitchFamily="34" charset="0"/>
                <a:ea typeface="Source Sans 3" pitchFamily="34" charset="-122"/>
                <a:cs typeface="Source Sans 3" pitchFamily="34" charset="0"/>
              </a:rPr>
              <a:t>Movement history using the optional reason.</a:t>
            </a:r>
            <a:endParaRPr lang="en-US" sz="1800" dirty="0"/>
          </a:p>
          <a:p>
            <a:pPr marL="0" indent="0" algn="l">
              <a:lnSpc>
                <a:spcPct val="113000"/>
              </a:lnSpc>
              <a:buNone/>
            </a:pPr>
            <a:r>
              <a:rPr lang="en-US" sz="1800" dirty="0">
                <a:solidFill>
                  <a:srgbClr val="333F50"/>
                </a:solidFill>
                <a:latin typeface="Source Sans 3" pitchFamily="34" charset="0"/>
                <a:ea typeface="Source Sans 3" pitchFamily="34" charset="-122"/>
                <a:cs typeface="Source Sans 3" pitchFamily="34" charset="0"/>
              </a:rPr>
              <a:t>Concurrency and performance testing.</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11182" y="1968500"/>
            <a:ext cx="5968851" cy="2968823"/>
          </a:xfrm>
          <a:prstGeom prst="roundRect">
            <a:avLst>
              <a:gd name="adj" fmla="val 1540"/>
            </a:avLst>
          </a:prstGeom>
          <a:solidFill>
            <a:srgbClr val="0C0E12">
              <a:alpha val="55000"/>
            </a:srgbClr>
          </a:solidFill>
          <a:ln/>
        </p:spPr>
        <p:txBody>
          <a:bodyPr/>
          <a:lstStyle/>
          <a:p>
            <a:endParaRPr lang="en-IN"/>
          </a:p>
        </p:txBody>
      </p:sp>
      <p:sp>
        <p:nvSpPr>
          <p:cNvPr id="4" name="Text 1"/>
          <p:cNvSpPr/>
          <p:nvPr/>
        </p:nvSpPr>
        <p:spPr>
          <a:xfrm>
            <a:off x="888978" y="2133283"/>
            <a:ext cx="6222844"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FFFF"/>
                </a:solidFill>
                <a:latin typeface="Lexend Medium" pitchFamily="34" charset="0"/>
                <a:ea typeface="Lexend Medium" pitchFamily="34" charset="-122"/>
                <a:cs typeface="Lexend Medium" pitchFamily="34" charset="0"/>
              </a:rPr>
              <a:t>Q&amp;A</a:t>
            </a:r>
            <a:endParaRPr lang="en-US" sz="1300" dirty="0"/>
          </a:p>
        </p:txBody>
      </p:sp>
      <p:sp>
        <p:nvSpPr>
          <p:cNvPr id="5" name="Text 2"/>
          <p:cNvSpPr/>
          <p:nvPr/>
        </p:nvSpPr>
        <p:spPr>
          <a:xfrm>
            <a:off x="888978" y="2480294"/>
            <a:ext cx="5613260" cy="1042392"/>
          </a:xfrm>
          <a:prstGeom prst="rect">
            <a:avLst/>
          </a:prstGeom>
          <a:noFill/>
          <a:ln/>
        </p:spPr>
        <p:txBody>
          <a:bodyPr wrap="square" lIns="0" tIns="0" rIns="0" bIns="0" rtlCol="0" anchor="t">
            <a:normAutofit lnSpcReduction="10000"/>
          </a:bodyPr>
          <a:lstStyle/>
          <a:p>
            <a:pPr marL="0" indent="0" algn="l">
              <a:lnSpc>
                <a:spcPct val="90000"/>
              </a:lnSpc>
              <a:buNone/>
            </a:pPr>
            <a:r>
              <a:rPr lang="en-US" sz="3800" kern="100" spc="-38" dirty="0">
                <a:solidFill>
                  <a:srgbClr val="FFFFFF"/>
                </a:solidFill>
                <a:latin typeface="Merriweather" pitchFamily="34" charset="0"/>
                <a:ea typeface="Merriweather" pitchFamily="34" charset="-122"/>
                <a:cs typeface="Merriweather" pitchFamily="34" charset="0"/>
              </a:rPr>
              <a:t>Questions and thank you</a:t>
            </a:r>
            <a:endParaRPr lang="en-US" sz="3800" dirty="0"/>
          </a:p>
        </p:txBody>
      </p:sp>
      <p:sp>
        <p:nvSpPr>
          <p:cNvPr id="6" name="Text 3"/>
          <p:cNvSpPr/>
          <p:nvPr/>
        </p:nvSpPr>
        <p:spPr>
          <a:xfrm>
            <a:off x="888978" y="3786783"/>
            <a:ext cx="6222844" cy="411460"/>
          </a:xfrm>
          <a:prstGeom prst="rect">
            <a:avLst/>
          </a:prstGeom>
          <a:noFill/>
          <a:ln/>
        </p:spPr>
        <p:txBody>
          <a:bodyPr wrap="none" lIns="0" tIns="0" rIns="0" bIns="0" rtlCol="0" anchor="t"/>
          <a:lstStyle/>
          <a:p>
            <a:pPr marL="0" indent="0" algn="l">
              <a:lnSpc>
                <a:spcPct val="113000"/>
              </a:lnSpc>
              <a:buNone/>
            </a:pPr>
            <a:r>
              <a:rPr lang="en-US" sz="2400" dirty="0">
                <a:solidFill>
                  <a:srgbClr val="FFFFFF"/>
                </a:solidFill>
                <a:latin typeface="Source Sans 3" pitchFamily="34" charset="0"/>
                <a:ea typeface="Source Sans 3" pitchFamily="34" charset="-122"/>
                <a:cs typeface="Source Sans 3" pitchFamily="34" charset="0"/>
              </a:rPr>
              <a:t>Thank you.</a:t>
            </a:r>
            <a:endParaRPr lang="en-US" sz="2400" dirty="0"/>
          </a:p>
        </p:txBody>
      </p:sp>
      <p:sp>
        <p:nvSpPr>
          <p:cNvPr id="7" name="Text 4"/>
          <p:cNvSpPr/>
          <p:nvPr/>
        </p:nvSpPr>
        <p:spPr>
          <a:xfrm>
            <a:off x="888978" y="4553843"/>
            <a:ext cx="6222844" cy="231080"/>
          </a:xfrm>
          <a:prstGeom prst="rect">
            <a:avLst/>
          </a:prstGeom>
          <a:noFill/>
          <a:ln/>
        </p:spPr>
        <p:txBody>
          <a:bodyPr wrap="none" lIns="0" tIns="0" rIns="0" bIns="0" rtlCol="0" anchor="t"/>
          <a:lstStyle/>
          <a:p>
            <a:pPr marL="0" indent="0" algn="l">
              <a:lnSpc>
                <a:spcPct val="108000"/>
              </a:lnSpc>
              <a:buNone/>
            </a:pPr>
            <a:endParaRPr lang="en-US" sz="1400" dirty="0"/>
          </a:p>
        </p:txBody>
      </p:sp>
      <p:pic>
        <p:nvPicPr>
          <p:cNvPr id="9" name="Picture 8">
            <a:extLst>
              <a:ext uri="{FF2B5EF4-FFF2-40B4-BE49-F238E27FC236}">
                <a16:creationId xmlns:a16="http://schemas.microsoft.com/office/drawing/2014/main" id="{B2F221FD-80F6-1376-4704-0AAB3BF02302}"/>
              </a:ext>
            </a:extLst>
          </p:cNvPr>
          <p:cNvPicPr>
            <a:picLocks noChangeAspect="1"/>
          </p:cNvPicPr>
          <p:nvPr/>
        </p:nvPicPr>
        <p:blipFill>
          <a:blip r:embed="rId4"/>
          <a:stretch>
            <a:fillRect/>
          </a:stretch>
        </p:blipFill>
        <p:spPr>
          <a:xfrm>
            <a:off x="9790926" y="6107968"/>
            <a:ext cx="2133710" cy="50802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Generic White Master">
  <a:themeElements>
    <a:clrScheme name="Custom 1">
      <a:dk1>
        <a:srgbClr val="0C0B0B"/>
      </a:dk1>
      <a:lt1>
        <a:srgbClr val="FFFFFE"/>
      </a:lt1>
      <a:dk2>
        <a:srgbClr val="6D7074"/>
      </a:dk2>
      <a:lt2>
        <a:srgbClr val="D32B3A"/>
      </a:lt2>
      <a:accent1>
        <a:srgbClr val="CD2A39"/>
      </a:accent1>
      <a:accent2>
        <a:srgbClr val="A2A5A8"/>
      </a:accent2>
      <a:accent3>
        <a:srgbClr val="E69135"/>
      </a:accent3>
      <a:accent4>
        <a:srgbClr val="EEAF67"/>
      </a:accent4>
      <a:accent5>
        <a:srgbClr val="D32B3A"/>
      </a:accent5>
      <a:accent6>
        <a:srgbClr val="8D3E27"/>
      </a:accent6>
      <a:hlink>
        <a:srgbClr val="6E7074"/>
      </a:hlink>
      <a:folHlink>
        <a:srgbClr val="D32B3A"/>
      </a:folHlink>
    </a:clrScheme>
    <a:fontScheme name="Gartner">
      <a:majorFont>
        <a:latin typeface="Arial"/>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6E96D5"/>
        </a:solidFill>
        <a:ln w="12700" cap="flat" cmpd="sng" algn="ctr">
          <a:noFill/>
          <a:prstDash val="solid"/>
          <a:round/>
          <a:headEnd type="none" w="med" len="med"/>
          <a:tailEnd type="none" w="med" len="med"/>
        </a:ln>
        <a:effectLst/>
      </a:spPr>
      <a:bodyPr vert="horz" wrap="none" lIns="91440" tIns="45720" rIns="91440" bIns="45720" numCol="1" rtlCol="0" anchor="ctr" anchorCtr="0" compatLnSpc="1">
        <a:prstTxWarp prst="textNoShape">
          <a:avLst/>
        </a:prstTxWarp>
        <a:no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sz="1800" b="0" i="0" u="none" strike="noStrike" cap="none" normalizeH="0" baseline="0" dirty="0" err="1" smtClean="0">
            <a:ln>
              <a:noFill/>
            </a:ln>
            <a:solidFill>
              <a:schemeClr val="bg1"/>
            </a:solidFill>
            <a:effectLst/>
            <a:latin typeface="Arial" charset="0"/>
          </a:defRPr>
        </a:defPPr>
      </a:lstStyle>
    </a:spDef>
    <a:lnDef>
      <a:spPr bwMode="auto">
        <a:solidFill>
          <a:srgbClr val="00529B"/>
        </a:solidFill>
        <a:ln w="12700" cap="flat" cmpd="sng" algn="ctr">
          <a:solidFill>
            <a:schemeClr val="tx1"/>
          </a:solidFill>
          <a:prstDash val="solid"/>
          <a:round/>
          <a:headEnd type="none" w="med" len="med"/>
          <a:tailEnd type="none" w="lg" len="lg"/>
        </a:ln>
        <a:effectLst/>
      </a:spPr>
      <a:bodyPr/>
      <a:lstStyle/>
    </a:lnDef>
  </a:objectDefaults>
  <a:extraClrSchemeLst/>
  <a:custClrLst>
    <a:custClr name="Gartner Blue">
      <a:srgbClr val="00529B"/>
    </a:custClr>
    <a:custClr name="Green">
      <a:srgbClr val="46A33F"/>
    </a:custClr>
    <a:custClr name="Orange">
      <a:srgbClr val="E5550D"/>
    </a:custClr>
    <a:custClr name="Gartner Blue 40%">
      <a:srgbClr val="6697C3"/>
    </a:custClr>
    <a:custClr name="Gold">
      <a:srgbClr val="FCAF17"/>
    </a:custClr>
    <a:custClr name="Purple">
      <a:srgbClr val="56129D"/>
    </a:custClr>
    <a:custClr name="Red">
      <a:srgbClr val="AC0000"/>
    </a:custClr>
    <a:custClr name="Dark Blue">
      <a:srgbClr val="002F5F"/>
    </a:custClr>
    <a:custClr name="Grey 40%">
      <a:srgbClr val="666666"/>
    </a:custClr>
    <a:custClr name="Bright Blue">
      <a:srgbClr val="00A5E3"/>
    </a:custClr>
    <a:custClr name="Gartner Blue 70%">
      <a:srgbClr val="B2CBE1"/>
    </a:custClr>
    <a:custClr name="Green 70%">
      <a:srgbClr val="C7E3C5"/>
    </a:custClr>
    <a:custClr name="Orange 70%">
      <a:srgbClr val="F3CDB2"/>
    </a:custClr>
    <a:custClr name="Gartner Blue 10%">
      <a:srgbClr val="E0EAF3"/>
    </a:custClr>
    <a:custClr name="Gold 70%">
      <a:srgbClr val="FEDFA2"/>
    </a:custClr>
    <a:custClr name="Purple 70%">
      <a:srgbClr val="CCB7E1"/>
    </a:custClr>
    <a:custClr name="Red 70%">
      <a:srgbClr val="DE9999"/>
    </a:custClr>
    <a:custClr name="Dark Blue 70%">
      <a:srgbClr val="B2BDC9"/>
    </a:custClr>
    <a:custClr name="Grey 70%">
      <a:srgbClr val="B2B2B2"/>
    </a:custClr>
    <a:custClr name="Bright Blue 70%">
      <a:srgbClr val="99DBF4"/>
    </a:custClr>
    <a:custClr name="Med Blue">
      <a:srgbClr val="667C94"/>
    </a:custClr>
    <a:custClr name="Green 40%">
      <a:srgbClr val="90C88C"/>
    </a:custClr>
    <a:custClr name="Orange 40%">
      <a:srgbClr val="EF996E"/>
    </a:custClr>
    <a:custClr name="Gartner Blue 40%">
      <a:srgbClr val="A3C0DB"/>
    </a:custClr>
    <a:custClr name="Gold 40%">
      <a:srgbClr val="FDCF74"/>
    </a:custClr>
    <a:custClr name="Purple 40%">
      <a:srgbClr val="9470BA"/>
    </a:custClr>
    <a:custClr name="Red 40%">
      <a:srgbClr val="CD6666"/>
    </a:custClr>
    <a:custClr name="Dark Blue 40%">
      <a:srgbClr val="667C94"/>
    </a:custClr>
    <a:custClr name="Grey 50%">
      <a:srgbClr val="7F7F7F"/>
    </a:custClr>
    <a:custClr name="Bright Blue 40%">
      <a:srgbClr val="66C9EE"/>
    </a:custClr>
  </a:custClrLst>
  <a:extLst>
    <a:ext uri="{05A4C25C-085E-4340-85A3-A5531E510DB2}">
      <thm15:themeFamily xmlns:thm15="http://schemas.microsoft.com/office/thememl/2012/main" name="Template.pptx" id="{8A036692-DB77-49D5-981A-DC897EB2E828}" vid="{BC1D1DD2-E97A-45CB-BFA8-992E3ADF9F05}"/>
    </a:ext>
  </a:extLst>
</a:theme>
</file>

<file path=ppt/theme/theme2.xml><?xml version="1.0" encoding="utf-8"?>
<a:theme xmlns:a="http://schemas.openxmlformats.org/drawingml/2006/main" name="Comviva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Gartner">
      <a:majorFont>
        <a:latin typeface="Arial"/>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6E96D5"/>
        </a:solidFill>
        <a:ln w="12700" cap="flat" cmpd="sng" algn="ctr">
          <a:noFill/>
          <a:prstDash val="solid"/>
          <a:round/>
          <a:headEnd type="none" w="med" len="med"/>
          <a:tailEnd type="none" w="med" len="med"/>
        </a:ln>
        <a:effectLst/>
      </a:spPr>
      <a:bodyPr vert="horz" wrap="none" lIns="91440" tIns="45720" rIns="91440" bIns="45720" numCol="1" rtlCol="0" anchor="ctr" anchorCtr="0" compatLnSpc="1">
        <a:prstTxWarp prst="textNoShape">
          <a:avLst/>
        </a:prstTxWarp>
        <a:no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sz="1800" b="0" i="0" u="none" strike="noStrike" cap="none" normalizeH="0" baseline="0" dirty="0" err="1" smtClean="0">
            <a:ln>
              <a:noFill/>
            </a:ln>
            <a:solidFill>
              <a:schemeClr val="bg1"/>
            </a:solidFill>
            <a:effectLst/>
            <a:latin typeface="Arial" charset="0"/>
          </a:defRPr>
        </a:defPPr>
      </a:lstStyle>
    </a:spDef>
    <a:lnDef>
      <a:spPr bwMode="auto">
        <a:solidFill>
          <a:srgbClr val="00529B"/>
        </a:solidFill>
        <a:ln w="12700" cap="flat" cmpd="sng" algn="ctr">
          <a:solidFill>
            <a:schemeClr val="tx1"/>
          </a:solidFill>
          <a:prstDash val="solid"/>
          <a:round/>
          <a:headEnd type="none" w="med" len="med"/>
          <a:tailEnd type="none" w="lg" len="lg"/>
        </a:ln>
        <a:effectLst/>
      </a:spPr>
      <a:bodyPr/>
      <a:lstStyle/>
    </a:lnDef>
  </a:objectDefaults>
  <a:extraClrSchemeLst/>
  <a:custClrLst>
    <a:custClr name="Gartner Blue">
      <a:srgbClr val="00529B"/>
    </a:custClr>
    <a:custClr name="Green">
      <a:srgbClr val="46A33F"/>
    </a:custClr>
    <a:custClr name="Orange">
      <a:srgbClr val="E5550D"/>
    </a:custClr>
    <a:custClr name="Gartner Blue 40%">
      <a:srgbClr val="6697C3"/>
    </a:custClr>
    <a:custClr name="Gold">
      <a:srgbClr val="FCAF17"/>
    </a:custClr>
    <a:custClr name="Purple">
      <a:srgbClr val="56129D"/>
    </a:custClr>
    <a:custClr name="Red">
      <a:srgbClr val="AC0000"/>
    </a:custClr>
    <a:custClr name="Dark Blue">
      <a:srgbClr val="002F5F"/>
    </a:custClr>
    <a:custClr name="Grey 40%">
      <a:srgbClr val="666666"/>
    </a:custClr>
    <a:custClr name="Bright Blue">
      <a:srgbClr val="00A5E3"/>
    </a:custClr>
    <a:custClr name="Gartner Blue 70%">
      <a:srgbClr val="B2CBE1"/>
    </a:custClr>
    <a:custClr name="Green 70%">
      <a:srgbClr val="C7E3C5"/>
    </a:custClr>
    <a:custClr name="Orange 70%">
      <a:srgbClr val="F3CDB2"/>
    </a:custClr>
    <a:custClr name="Gartner Blue 10%">
      <a:srgbClr val="E0EAF3"/>
    </a:custClr>
    <a:custClr name="Gold 70%">
      <a:srgbClr val="FEDFA2"/>
    </a:custClr>
    <a:custClr name="Purple 70%">
      <a:srgbClr val="CCB7E1"/>
    </a:custClr>
    <a:custClr name="Red 70%">
      <a:srgbClr val="DE9999"/>
    </a:custClr>
    <a:custClr name="Dark Blue 70%">
      <a:srgbClr val="B2BDC9"/>
    </a:custClr>
    <a:custClr name="Grey 70%">
      <a:srgbClr val="B2B2B2"/>
    </a:custClr>
    <a:custClr name="Bright Blue 70%">
      <a:srgbClr val="99DBF4"/>
    </a:custClr>
    <a:custClr name="Med Blue">
      <a:srgbClr val="667C94"/>
    </a:custClr>
    <a:custClr name="Green 40%">
      <a:srgbClr val="90C88C"/>
    </a:custClr>
    <a:custClr name="Orange 40%">
      <a:srgbClr val="EF996E"/>
    </a:custClr>
    <a:custClr name="Gartner Blue 40%">
      <a:srgbClr val="A3C0DB"/>
    </a:custClr>
    <a:custClr name="Gold 40%">
      <a:srgbClr val="FDCF74"/>
    </a:custClr>
    <a:custClr name="Purple 40%">
      <a:srgbClr val="9470BA"/>
    </a:custClr>
    <a:custClr name="Red 40%">
      <a:srgbClr val="CD6666"/>
    </a:custClr>
    <a:custClr name="Dark Blue 40%">
      <a:srgbClr val="667C94"/>
    </a:custClr>
    <a:custClr name="Grey 50%">
      <a:srgbClr val="7F7F7F"/>
    </a:custClr>
    <a:custClr name="Bright Blue 40%">
      <a:srgbClr val="66C9EE"/>
    </a:custClr>
  </a:custClrLst>
  <a:extLst>
    <a:ext uri="{05A4C25C-085E-4340-85A3-A5531E510DB2}">
      <thm15:themeFamily xmlns:thm15="http://schemas.microsoft.com/office/thememl/2012/main" name="Template.pptx" id="{8A036692-DB77-49D5-981A-DC897EB2E828}" vid="{3DE1A88D-1046-4CB2-A395-8721D383F3D5}"/>
    </a:ext>
  </a:extLst>
</a:theme>
</file>

<file path=ppt/theme/theme3.xml><?xml version="1.0" encoding="utf-8"?>
<a:theme xmlns:a="http://schemas.openxmlformats.org/drawingml/2006/main" name="Comviva_PPTTemplate">
  <a:themeElements>
    <a:clrScheme name="Custom 1">
      <a:dk1>
        <a:srgbClr val="0C0B0B"/>
      </a:dk1>
      <a:lt1>
        <a:srgbClr val="FFFFFE"/>
      </a:lt1>
      <a:dk2>
        <a:srgbClr val="6D7074"/>
      </a:dk2>
      <a:lt2>
        <a:srgbClr val="D32B3A"/>
      </a:lt2>
      <a:accent1>
        <a:srgbClr val="CD2A39"/>
      </a:accent1>
      <a:accent2>
        <a:srgbClr val="A2A5A8"/>
      </a:accent2>
      <a:accent3>
        <a:srgbClr val="E69135"/>
      </a:accent3>
      <a:accent4>
        <a:srgbClr val="EEAF67"/>
      </a:accent4>
      <a:accent5>
        <a:srgbClr val="D32B3A"/>
      </a:accent5>
      <a:accent6>
        <a:srgbClr val="8D3E27"/>
      </a:accent6>
      <a:hlink>
        <a:srgbClr val="6E7074"/>
      </a:hlink>
      <a:folHlink>
        <a:srgbClr val="D32B3A"/>
      </a:folHlink>
    </a:clrScheme>
    <a:fontScheme name="Gartner">
      <a:majorFont>
        <a:latin typeface="Arial"/>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6E96D5"/>
        </a:solidFill>
        <a:ln w="12700" cap="flat" cmpd="sng" algn="ctr">
          <a:noFill/>
          <a:prstDash val="solid"/>
          <a:round/>
          <a:headEnd type="none" w="med" len="med"/>
          <a:tailEnd type="none" w="med" len="med"/>
        </a:ln>
        <a:effectLst/>
      </a:spPr>
      <a:bodyPr vert="horz" wrap="none" lIns="91440" tIns="45720" rIns="91440" bIns="45720" numCol="1" rtlCol="0" anchor="ctr" anchorCtr="0" compatLnSpc="1">
        <a:prstTxWarp prst="textNoShape">
          <a:avLst/>
        </a:prstTxWarp>
        <a:no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sz="1800" b="0" i="0" u="none" strike="noStrike" cap="none" normalizeH="0" baseline="0" dirty="0" err="1" smtClean="0">
            <a:ln>
              <a:noFill/>
            </a:ln>
            <a:solidFill>
              <a:schemeClr val="bg1"/>
            </a:solidFill>
            <a:effectLst/>
            <a:latin typeface="Arial" charset="0"/>
          </a:defRPr>
        </a:defPPr>
      </a:lstStyle>
    </a:spDef>
    <a:lnDef>
      <a:spPr bwMode="auto">
        <a:solidFill>
          <a:srgbClr val="00529B"/>
        </a:solidFill>
        <a:ln w="12700" cap="flat" cmpd="sng" algn="ctr">
          <a:solidFill>
            <a:schemeClr val="tx1"/>
          </a:solidFill>
          <a:prstDash val="solid"/>
          <a:round/>
          <a:headEnd type="none" w="med" len="med"/>
          <a:tailEnd type="none" w="lg" len="lg"/>
        </a:ln>
        <a:effectLst/>
      </a:spPr>
      <a:bodyPr/>
      <a:lstStyle/>
    </a:lnDef>
  </a:objectDefaults>
  <a:extraClrSchemeLst/>
  <a:custClrLst>
    <a:custClr name="Gartner Blue">
      <a:srgbClr val="00529B"/>
    </a:custClr>
    <a:custClr name="Green">
      <a:srgbClr val="46A33F"/>
    </a:custClr>
    <a:custClr name="Orange">
      <a:srgbClr val="E5550D"/>
    </a:custClr>
    <a:custClr name="Gartner Blue 40%">
      <a:srgbClr val="6697C3"/>
    </a:custClr>
    <a:custClr name="Gold">
      <a:srgbClr val="FCAF17"/>
    </a:custClr>
    <a:custClr name="Purple">
      <a:srgbClr val="56129D"/>
    </a:custClr>
    <a:custClr name="Red">
      <a:srgbClr val="AC0000"/>
    </a:custClr>
    <a:custClr name="Dark Blue">
      <a:srgbClr val="002F5F"/>
    </a:custClr>
    <a:custClr name="Grey 40%">
      <a:srgbClr val="666666"/>
    </a:custClr>
    <a:custClr name="Bright Blue">
      <a:srgbClr val="00A5E3"/>
    </a:custClr>
    <a:custClr name="Gartner Blue 70%">
      <a:srgbClr val="B2CBE1"/>
    </a:custClr>
    <a:custClr name="Green 70%">
      <a:srgbClr val="C7E3C5"/>
    </a:custClr>
    <a:custClr name="Orange 70%">
      <a:srgbClr val="F3CDB2"/>
    </a:custClr>
    <a:custClr name="Gartner Blue 10%">
      <a:srgbClr val="E0EAF3"/>
    </a:custClr>
    <a:custClr name="Gold 70%">
      <a:srgbClr val="FEDFA2"/>
    </a:custClr>
    <a:custClr name="Purple 70%">
      <a:srgbClr val="CCB7E1"/>
    </a:custClr>
    <a:custClr name="Red 70%">
      <a:srgbClr val="DE9999"/>
    </a:custClr>
    <a:custClr name="Dark Blue 70%">
      <a:srgbClr val="B2BDC9"/>
    </a:custClr>
    <a:custClr name="Grey 70%">
      <a:srgbClr val="B2B2B2"/>
    </a:custClr>
    <a:custClr name="Bright Blue 70%">
      <a:srgbClr val="99DBF4"/>
    </a:custClr>
    <a:custClr name="Med Blue">
      <a:srgbClr val="667C94"/>
    </a:custClr>
    <a:custClr name="Green 40%">
      <a:srgbClr val="90C88C"/>
    </a:custClr>
    <a:custClr name="Orange 40%">
      <a:srgbClr val="EF996E"/>
    </a:custClr>
    <a:custClr name="Gartner Blue 40%">
      <a:srgbClr val="A3C0DB"/>
    </a:custClr>
    <a:custClr name="Gold 40%">
      <a:srgbClr val="FDCF74"/>
    </a:custClr>
    <a:custClr name="Purple 40%">
      <a:srgbClr val="9470BA"/>
    </a:custClr>
    <a:custClr name="Red 40%">
      <a:srgbClr val="CD6666"/>
    </a:custClr>
    <a:custClr name="Dark Blue 40%">
      <a:srgbClr val="667C94"/>
    </a:custClr>
    <a:custClr name="Grey 50%">
      <a:srgbClr val="7F7F7F"/>
    </a:custClr>
    <a:custClr name="Bright Blue 40%">
      <a:srgbClr val="66C9EE"/>
    </a:custClr>
  </a:custClrLst>
  <a:extLst>
    <a:ext uri="{05A4C25C-085E-4340-85A3-A5531E510DB2}">
      <thm15:themeFamily xmlns:thm15="http://schemas.microsoft.com/office/thememl/2012/main" name="Template.pptx" id="{8A036692-DB77-49D5-981A-DC897EB2E828}" vid="{C3E1FBF5-C26A-4255-AA70-195748E1FA6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Learning Overview 2026</Template>
  <TotalTime>1369</TotalTime>
  <Words>2969</Words>
  <Application>Microsoft Office PowerPoint</Application>
  <PresentationFormat>Widescreen</PresentationFormat>
  <Paragraphs>802</Paragraphs>
  <Slides>66</Slides>
  <Notes>66</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1</vt:i4>
      </vt:variant>
      <vt:variant>
        <vt:lpstr>Slide Titles</vt:lpstr>
      </vt:variant>
      <vt:variant>
        <vt:i4>66</vt:i4>
      </vt:variant>
    </vt:vector>
  </HeadingPairs>
  <TitlesOfParts>
    <vt:vector size="84" baseType="lpstr">
      <vt:lpstr>Source Sans 3</vt:lpstr>
      <vt:lpstr>Merriweather Bold</vt:lpstr>
      <vt:lpstr>Calibri</vt:lpstr>
      <vt:lpstr>Consolas</vt:lpstr>
      <vt:lpstr>Merriweather SemiBold</vt:lpstr>
      <vt:lpstr>Martian Mono Bold</vt:lpstr>
      <vt:lpstr>Merriweather</vt:lpstr>
      <vt:lpstr>Times</vt:lpstr>
      <vt:lpstr>Segoe UI</vt:lpstr>
      <vt:lpstr>Wingdings</vt:lpstr>
      <vt:lpstr>Arial</vt:lpstr>
      <vt:lpstr>Wingdings 3</vt:lpstr>
      <vt:lpstr>Arial Unicode MS</vt:lpstr>
      <vt:lpstr>Lexend Medium</vt:lpstr>
      <vt:lpstr>1_Generic White Master</vt:lpstr>
      <vt:lpstr>Comviva theme</vt:lpstr>
      <vt:lpstr>Comviva_PPTTemplate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Vaibhav Kumar</cp:lastModifiedBy>
  <cp:revision>7</cp:revision>
  <dcterms:created xsi:type="dcterms:W3CDTF">2026-10-25T21:11:43Z</dcterms:created>
  <dcterms:modified xsi:type="dcterms:W3CDTF">2026-10-27T10:38:41Z</dcterms:modified>
</cp:coreProperties>
</file>